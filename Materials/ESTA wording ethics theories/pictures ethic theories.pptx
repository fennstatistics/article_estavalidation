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8" r:id="rId2"/>
    <p:sldId id="263" r:id="rId3"/>
    <p:sldId id="259" r:id="rId4"/>
    <p:sldId id="265" r:id="rId5"/>
    <p:sldId id="267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18B76-8C14-416D-9668-D806796A347F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0C9BA-E0B7-4BFD-BB62-0AFFE93AF17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1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Deontology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59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Utilitarianism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8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Hedonism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9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Virtue ethics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73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Contractualism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30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Relativism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30C9BA-E0B7-4BFD-BB62-0AFFE93AF1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69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DF4D9D-A516-4D8F-8BFE-BFF41DF32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0C30F9-8A72-4F62-8159-EAE727E3A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1AE848-5C27-4DC8-A24C-2C3B726C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4877-4690-4D1E-821C-A036DF45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F0922-4800-4BCB-B6C6-4C872EC5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46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63C9B-6CE6-4CAB-AEB3-96FDB158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E6FFC9-DF68-4FEB-82F8-C2EE2AA7D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2CF5CB-8A8B-4813-9F36-20EA9FD4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694E0B-435E-439F-858B-DFD211C2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80DFEB-8A12-4383-99E5-737B1751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11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6D28F-5AFF-4A9C-9C4D-10702DEA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59C927-39C2-4991-837D-094EDC7E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9BF22D-F88B-45EC-8902-0BB12220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D94266-EBDB-46AA-89E8-D77FBD52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C810C5-5AE9-4427-B04C-3190A75B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B438A-6932-43DD-9A4B-E82F0344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01582F-84BF-4C78-B828-5CB82DBEA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7AD9B6-3772-485E-8867-4E8735198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4F916E-F35E-4E55-B9EC-649712DD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8EADFA-55AB-4086-99AA-B3FD57007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5F5B70-E64D-429C-A14A-E0055101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9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A691C-40FF-4A77-96BD-468326AE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534EEE-1BCD-4ECD-B9B1-3C7B6A7D1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5DC3DB-CE39-43C0-98BA-595CF73E0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82DA909-56D3-4C00-8BCE-A5D916F19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1D7B85D-A330-4011-B154-BF55E5D50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C5FA73-3333-4EC1-B504-08BF0519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BC4EA0B-CFB8-4AC4-865D-26FBBD98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1FF62E-BD52-4D02-B094-E2120D65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4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3CBBD7-0DE3-4A4C-8343-F05B7EDD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3E1C8AA-7124-4666-928E-9B599C20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042B35-4B89-4F22-9B5A-9237AE4B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8FAB39-D2AC-45DD-A572-4C19B5C4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3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A49A899-0EC9-4658-B166-20EC6486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D5C4970-350D-4349-8CEA-E40F27C7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FD5CAD-BAE4-40CA-B7DF-4E9D28FF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8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D26C9-ACA5-45F1-AD11-14FE9351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3446F8-C4BB-44D0-8DB1-8E860A11C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AB9A1F-01EA-4103-9552-9D07FF898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9EAD87-CF12-4B66-A012-C8506824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EDAE0F-ED04-4483-9E9C-B359EC2F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7365E8-989A-45A1-8C60-F61A55BE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9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74CE8-BD63-489F-938F-0142F26C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59D1909-9415-4B2B-BDE6-2CA41608B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B2AAF8-F432-48A0-A921-FBCC927FD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ABB75E-588D-4333-83A9-C52864F7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1E97F5-2CFD-437E-9B42-DD1A9947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A96240-F333-47F4-B45D-907F21A9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2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157A7-14CF-4BCF-A63F-5AF0670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362701-3D57-42F1-8E6B-DBC250F37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FEFAF1-0235-4A17-9407-6F2A0F86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0ACC88-4EFD-4752-B92E-1D6DDDB8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1219E0-C17D-438C-8DA2-8EDAE2AB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0D4840-00BF-46CA-B990-EEF76C78E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701ECD-F327-420F-9732-2A799827B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329E1F-25BE-45EC-AE73-07E32AE6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C66D23-BBF5-42FE-A958-C22FB661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1981A3-F9B8-42DB-B192-B4031859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7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8606CD-47A0-430D-98C9-8FD53714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BDE29A-6FB6-48F3-B707-901DC5B7E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1F0236-6897-4867-91F7-4877506AC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25AF2-2985-4767-A704-666ECDEC142E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72E653-CD46-43CE-9A4D-C1125D150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2A354F-8C11-433E-9F47-CD704C35E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BFE37-A3E1-43B7-8958-5CB0279D14D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1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15BE1DAC-93F2-4013-8CEA-63F13398958D}"/>
              </a:ext>
            </a:extLst>
          </p:cNvPr>
          <p:cNvSpPr txBox="1"/>
          <p:nvPr/>
        </p:nvSpPr>
        <p:spPr>
          <a:xfrm>
            <a:off x="466176" y="3105834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DEC8F750-43EE-46E1-B7F0-7F3519D4328E}"/>
              </a:ext>
            </a:extLst>
          </p:cNvPr>
          <p:cNvSpPr/>
          <p:nvPr/>
        </p:nvSpPr>
        <p:spPr>
          <a:xfrm>
            <a:off x="2916520" y="2838616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acceptable if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C5E448-8CE9-4401-B5E0-E3438C0ABDA7}"/>
              </a:ext>
            </a:extLst>
          </p:cNvPr>
          <p:cNvSpPr txBox="1"/>
          <p:nvPr/>
        </p:nvSpPr>
        <p:spPr>
          <a:xfrm>
            <a:off x="9397093" y="4153539"/>
            <a:ext cx="2690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by you as an </a:t>
            </a:r>
          </a:p>
          <a:p>
            <a:r>
              <a:rPr lang="en-US" sz="3200" b="1" dirty="0"/>
              <a:t>individual and </a:t>
            </a:r>
          </a:p>
          <a:p>
            <a:r>
              <a:rPr lang="en-US" sz="3200" b="1" dirty="0"/>
              <a:t>by society</a:t>
            </a:r>
          </a:p>
        </p:txBody>
      </p:sp>
      <p:pic>
        <p:nvPicPr>
          <p:cNvPr id="8" name="Grafik 7" descr="Benutzer">
            <a:extLst>
              <a:ext uri="{FF2B5EF4-FFF2-40B4-BE49-F238E27FC236}">
                <a16:creationId xmlns:a16="http://schemas.microsoft.com/office/drawing/2014/main" id="{9664B34E-E73E-4E56-9AF7-5405A3C4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0216" y="2336193"/>
            <a:ext cx="2185608" cy="2185608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6013418" y="2237547"/>
            <a:ext cx="2347929" cy="23829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</a:t>
            </a:r>
            <a:r>
              <a:rPr lang="de-DE" sz="2400" dirty="0"/>
              <a:t> </a:t>
            </a:r>
            <a:r>
              <a:rPr lang="en-US" sz="2400" dirty="0"/>
              <a:t>respects central principles and duties, which are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B8644DE-F08F-4583-80F7-713F4378E93C}"/>
              </a:ext>
            </a:extLst>
          </p:cNvPr>
          <p:cNvSpPr/>
          <p:nvPr/>
        </p:nvSpPr>
        <p:spPr>
          <a:xfrm>
            <a:off x="8614107" y="2838616"/>
            <a:ext cx="1093593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held up</a:t>
            </a:r>
          </a:p>
        </p:txBody>
      </p:sp>
    </p:spTree>
    <p:extLst>
      <p:ext uri="{BB962C8B-B14F-4D97-AF65-F5344CB8AC3E}">
        <p14:creationId xmlns:p14="http://schemas.microsoft.com/office/powerpoint/2010/main" val="362509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Benutzer">
            <a:extLst>
              <a:ext uri="{FF2B5EF4-FFF2-40B4-BE49-F238E27FC236}">
                <a16:creationId xmlns:a16="http://schemas.microsoft.com/office/drawing/2014/main" id="{E07C40D1-FF99-408B-A833-DBB822565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22184" y="2034272"/>
            <a:ext cx="2789448" cy="278944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5BE1DAC-93F2-4013-8CEA-63F13398958D}"/>
              </a:ext>
            </a:extLst>
          </p:cNvPr>
          <p:cNvSpPr txBox="1"/>
          <p:nvPr/>
        </p:nvSpPr>
        <p:spPr>
          <a:xfrm>
            <a:off x="318052" y="3105833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C5E448-8CE9-4401-B5E0-E3438C0ABDA7}"/>
              </a:ext>
            </a:extLst>
          </p:cNvPr>
          <p:cNvSpPr txBox="1"/>
          <p:nvPr/>
        </p:nvSpPr>
        <p:spPr>
          <a:xfrm>
            <a:off x="10125661" y="4199927"/>
            <a:ext cx="138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society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5930004" y="2237545"/>
            <a:ext cx="2347929" cy="23829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leads to the best outcomes and consequences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B8644DE-F08F-4583-80F7-713F4378E93C}"/>
              </a:ext>
            </a:extLst>
          </p:cNvPr>
          <p:cNvSpPr/>
          <p:nvPr/>
        </p:nvSpPr>
        <p:spPr>
          <a:xfrm>
            <a:off x="8448268" y="2838612"/>
            <a:ext cx="1093593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for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1D2E0DD-2260-4497-B610-6200B0732DEE}"/>
              </a:ext>
            </a:extLst>
          </p:cNvPr>
          <p:cNvSpPr/>
          <p:nvPr/>
        </p:nvSpPr>
        <p:spPr>
          <a:xfrm>
            <a:off x="2842635" y="2838612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acceptable if</a:t>
            </a:r>
          </a:p>
        </p:txBody>
      </p:sp>
    </p:spTree>
    <p:extLst>
      <p:ext uri="{BB962C8B-B14F-4D97-AF65-F5344CB8AC3E}">
        <p14:creationId xmlns:p14="http://schemas.microsoft.com/office/powerpoint/2010/main" val="346833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15BE1DAC-93F2-4013-8CEA-63F13398958D}"/>
              </a:ext>
            </a:extLst>
          </p:cNvPr>
          <p:cNvSpPr txBox="1"/>
          <p:nvPr/>
        </p:nvSpPr>
        <p:spPr>
          <a:xfrm>
            <a:off x="318052" y="3105833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C5E448-8CE9-4401-B5E0-E3438C0ABDA7}"/>
              </a:ext>
            </a:extLst>
          </p:cNvPr>
          <p:cNvSpPr txBox="1"/>
          <p:nvPr/>
        </p:nvSpPr>
        <p:spPr>
          <a:xfrm>
            <a:off x="9692506" y="4145588"/>
            <a:ext cx="18810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you as an</a:t>
            </a:r>
          </a:p>
          <a:p>
            <a:r>
              <a:rPr lang="en-US" sz="3200" b="1" dirty="0"/>
              <a:t>individual</a:t>
            </a:r>
          </a:p>
        </p:txBody>
      </p:sp>
      <p:pic>
        <p:nvPicPr>
          <p:cNvPr id="8" name="Grafik 7" descr="Benutzer">
            <a:extLst>
              <a:ext uri="{FF2B5EF4-FFF2-40B4-BE49-F238E27FC236}">
                <a16:creationId xmlns:a16="http://schemas.microsoft.com/office/drawing/2014/main" id="{9664B34E-E73E-4E56-9AF7-5405A3C43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0216" y="2336193"/>
            <a:ext cx="2185608" cy="2185608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6013418" y="2237547"/>
            <a:ext cx="2347929" cy="23829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increases pleasure, wellbeing or promotes a good life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B8644DE-F08F-4583-80F7-713F4378E93C}"/>
              </a:ext>
            </a:extLst>
          </p:cNvPr>
          <p:cNvSpPr/>
          <p:nvPr/>
        </p:nvSpPr>
        <p:spPr>
          <a:xfrm>
            <a:off x="8614107" y="2838616"/>
            <a:ext cx="1093593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for</a:t>
            </a: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A64129E2-0583-4F17-BA7B-2BC913D68310}"/>
              </a:ext>
            </a:extLst>
          </p:cNvPr>
          <p:cNvSpPr/>
          <p:nvPr/>
        </p:nvSpPr>
        <p:spPr>
          <a:xfrm>
            <a:off x="2884342" y="2838613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acceptable if</a:t>
            </a:r>
          </a:p>
        </p:txBody>
      </p:sp>
    </p:spTree>
    <p:extLst>
      <p:ext uri="{BB962C8B-B14F-4D97-AF65-F5344CB8AC3E}">
        <p14:creationId xmlns:p14="http://schemas.microsoft.com/office/powerpoint/2010/main" val="22834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15BE1DAC-93F2-4013-8CEA-63F13398958D}"/>
              </a:ext>
            </a:extLst>
          </p:cNvPr>
          <p:cNvSpPr txBox="1"/>
          <p:nvPr/>
        </p:nvSpPr>
        <p:spPr>
          <a:xfrm>
            <a:off x="318052" y="3105833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C5E448-8CE9-4401-B5E0-E3438C0ABDA7}"/>
              </a:ext>
            </a:extLst>
          </p:cNvPr>
          <p:cNvSpPr txBox="1"/>
          <p:nvPr/>
        </p:nvSpPr>
        <p:spPr>
          <a:xfrm>
            <a:off x="8382926" y="3459776"/>
            <a:ext cx="21570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(developer)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5930004" y="2237545"/>
            <a:ext cx="2347929" cy="238290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was developed by someone with high moral standards</a:t>
            </a:r>
          </a:p>
        </p:txBody>
      </p:sp>
      <p:pic>
        <p:nvPicPr>
          <p:cNvPr id="8" name="Grafik 7" descr="Person mit Idee">
            <a:extLst>
              <a:ext uri="{FF2B5EF4-FFF2-40B4-BE49-F238E27FC236}">
                <a16:creationId xmlns:a16="http://schemas.microsoft.com/office/drawing/2014/main" id="{CC18B776-DB60-4F75-B220-23A90E4BF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0504" y="890320"/>
            <a:ext cx="2861844" cy="2861844"/>
          </a:xfrm>
          <a:prstGeom prst="rect">
            <a:avLst/>
          </a:prstGeom>
        </p:spPr>
      </p:pic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04691C4A-F8F1-44C8-9FFB-A6B356865F5A}"/>
              </a:ext>
            </a:extLst>
          </p:cNvPr>
          <p:cNvSpPr/>
          <p:nvPr/>
        </p:nvSpPr>
        <p:spPr>
          <a:xfrm>
            <a:off x="2842635" y="2838611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acceptable if</a:t>
            </a:r>
          </a:p>
        </p:txBody>
      </p:sp>
    </p:spTree>
    <p:extLst>
      <p:ext uri="{BB962C8B-B14F-4D97-AF65-F5344CB8AC3E}">
        <p14:creationId xmlns:p14="http://schemas.microsoft.com/office/powerpoint/2010/main" val="360652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Benutzer">
            <a:extLst>
              <a:ext uri="{FF2B5EF4-FFF2-40B4-BE49-F238E27FC236}">
                <a16:creationId xmlns:a16="http://schemas.microsoft.com/office/drawing/2014/main" id="{E07C40D1-FF99-408B-A833-DBB822565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0660" y="2034269"/>
            <a:ext cx="2789448" cy="278944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5BE1DAC-93F2-4013-8CEA-63F13398958D}"/>
              </a:ext>
            </a:extLst>
          </p:cNvPr>
          <p:cNvSpPr txBox="1"/>
          <p:nvPr/>
        </p:nvSpPr>
        <p:spPr>
          <a:xfrm>
            <a:off x="44316" y="3105827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C5E448-8CE9-4401-B5E0-E3438C0ABDA7}"/>
              </a:ext>
            </a:extLst>
          </p:cNvPr>
          <p:cNvSpPr txBox="1"/>
          <p:nvPr/>
        </p:nvSpPr>
        <p:spPr>
          <a:xfrm>
            <a:off x="10125661" y="4161490"/>
            <a:ext cx="1382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society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5525458" y="2073231"/>
            <a:ext cx="3050480" cy="271152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does not violate important social norms, like implicitly established codes of practice,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B8644DE-F08F-4583-80F7-713F4378E93C}"/>
              </a:ext>
            </a:extLst>
          </p:cNvPr>
          <p:cNvSpPr/>
          <p:nvPr/>
        </p:nvSpPr>
        <p:spPr>
          <a:xfrm>
            <a:off x="8667251" y="2838610"/>
            <a:ext cx="1093593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held up in</a:t>
            </a: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711F5B96-D54B-41B3-9013-776F24D821FE}"/>
              </a:ext>
            </a:extLst>
          </p:cNvPr>
          <p:cNvSpPr/>
          <p:nvPr/>
        </p:nvSpPr>
        <p:spPr>
          <a:xfrm>
            <a:off x="2481336" y="2838609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acceptable if</a:t>
            </a:r>
          </a:p>
        </p:txBody>
      </p:sp>
    </p:spTree>
    <p:extLst>
      <p:ext uri="{BB962C8B-B14F-4D97-AF65-F5344CB8AC3E}">
        <p14:creationId xmlns:p14="http://schemas.microsoft.com/office/powerpoint/2010/main" val="368451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Benutzer">
            <a:extLst>
              <a:ext uri="{FF2B5EF4-FFF2-40B4-BE49-F238E27FC236}">
                <a16:creationId xmlns:a16="http://schemas.microsoft.com/office/drawing/2014/main" id="{E07C40D1-FF99-408B-A833-DBB822565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0045" y="666017"/>
            <a:ext cx="2140159" cy="2140159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7A9350E-135C-47FD-9C6A-A1D4A320A280}"/>
              </a:ext>
            </a:extLst>
          </p:cNvPr>
          <p:cNvSpPr/>
          <p:nvPr/>
        </p:nvSpPr>
        <p:spPr>
          <a:xfrm>
            <a:off x="5724940" y="2170333"/>
            <a:ext cx="2552994" cy="251733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depending on the social, cultural and political contexts in which it</a:t>
            </a:r>
          </a:p>
          <a:p>
            <a:pPr algn="ctr"/>
            <a:r>
              <a:rPr lang="en-US" sz="2400" dirty="0"/>
              <a:t>is applied.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B8644DE-F08F-4583-80F7-713F4378E93C}"/>
              </a:ext>
            </a:extLst>
          </p:cNvPr>
          <p:cNvSpPr/>
          <p:nvPr/>
        </p:nvSpPr>
        <p:spPr>
          <a:xfrm rot="20381159">
            <a:off x="8216541" y="1507950"/>
            <a:ext cx="1983843" cy="108904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Evaluation differs for</a:t>
            </a: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31A58E2A-5394-4F3B-84DF-3EE19BDEBCF4}"/>
              </a:ext>
            </a:extLst>
          </p:cNvPr>
          <p:cNvSpPr/>
          <p:nvPr/>
        </p:nvSpPr>
        <p:spPr>
          <a:xfrm>
            <a:off x="8356113" y="2818227"/>
            <a:ext cx="1983843" cy="108904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Evaluation differs for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054ED334-184B-4E7C-B2F8-E21DC8F4FBFA}"/>
              </a:ext>
            </a:extLst>
          </p:cNvPr>
          <p:cNvSpPr/>
          <p:nvPr/>
        </p:nvSpPr>
        <p:spPr>
          <a:xfrm rot="1170239">
            <a:off x="8216543" y="4250443"/>
            <a:ext cx="1983843" cy="108904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Evaluation differs for</a:t>
            </a:r>
          </a:p>
        </p:txBody>
      </p:sp>
      <p:pic>
        <p:nvPicPr>
          <p:cNvPr id="15" name="Grafik 14" descr="Benutzer">
            <a:extLst>
              <a:ext uri="{FF2B5EF4-FFF2-40B4-BE49-F238E27FC236}">
                <a16:creationId xmlns:a16="http://schemas.microsoft.com/office/drawing/2014/main" id="{948CC80B-C2C1-4962-AA7B-27CEF383A8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0407" y="2358921"/>
            <a:ext cx="2140159" cy="2140159"/>
          </a:xfrm>
          <a:prstGeom prst="rect">
            <a:avLst/>
          </a:prstGeom>
        </p:spPr>
      </p:pic>
      <p:pic>
        <p:nvPicPr>
          <p:cNvPr id="16" name="Grafik 15" descr="Benutzer">
            <a:extLst>
              <a:ext uri="{FF2B5EF4-FFF2-40B4-BE49-F238E27FC236}">
                <a16:creationId xmlns:a16="http://schemas.microsoft.com/office/drawing/2014/main" id="{31D06FF7-290E-4F21-9E4C-E42FEFDA64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1841" y="4076375"/>
            <a:ext cx="2140159" cy="214015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D2DDE94-8972-4E3B-9880-B5DF9565F0E0}"/>
              </a:ext>
            </a:extLst>
          </p:cNvPr>
          <p:cNvSpPr txBox="1"/>
          <p:nvPr/>
        </p:nvSpPr>
        <p:spPr>
          <a:xfrm>
            <a:off x="9529604" y="5660544"/>
            <a:ext cx="2662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different groups </a:t>
            </a:r>
          </a:p>
          <a:p>
            <a:r>
              <a:rPr lang="en-US" sz="2800" b="1" dirty="0"/>
              <a:t>or people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AF3847CB-E6A5-499B-AE15-70B78280FA85}"/>
              </a:ext>
            </a:extLst>
          </p:cNvPr>
          <p:cNvSpPr/>
          <p:nvPr/>
        </p:nvSpPr>
        <p:spPr>
          <a:xfrm>
            <a:off x="2767606" y="2842441"/>
            <a:ext cx="2908492" cy="118076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 morally evaluated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F7F9078-C647-41AE-8EE8-1D7B475989EF}"/>
              </a:ext>
            </a:extLst>
          </p:cNvPr>
          <p:cNvSpPr txBox="1"/>
          <p:nvPr/>
        </p:nvSpPr>
        <p:spPr>
          <a:xfrm>
            <a:off x="373057" y="3039583"/>
            <a:ext cx="2345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b="1" dirty="0"/>
              <a:t>Technology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6556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Breitbild</PresentationFormat>
  <Paragraphs>48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Julius Fenn</dc:creator>
  <cp:lastModifiedBy>Julius Fenn</cp:lastModifiedBy>
  <cp:revision>20</cp:revision>
  <dcterms:created xsi:type="dcterms:W3CDTF">2022-10-13T11:35:52Z</dcterms:created>
  <dcterms:modified xsi:type="dcterms:W3CDTF">2022-10-23T08:21:05Z</dcterms:modified>
</cp:coreProperties>
</file>