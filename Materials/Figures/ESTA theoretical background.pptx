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6858000" cy="8232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A3488C-B606-402D-919D-287632261D06}" v="2" dt="2025-07-31T18:05:44.914"/>
    <p1510:client id="{AE76E0C9-82F7-47E2-800F-02F0E4279D03}" v="2" dt="2025-07-31T17:34:09.7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932" y="1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. Hoefele" userId="985bf97655b035be" providerId="LiveId" clId="{9CA3488C-B606-402D-919D-287632261D06}"/>
    <pc:docChg chg="undo custSel modSld">
      <pc:chgData name="P. Hoefele" userId="985bf97655b035be" providerId="LiveId" clId="{9CA3488C-B606-402D-919D-287632261D06}" dt="2025-07-31T18:20:24.822" v="381" actId="14100"/>
      <pc:docMkLst>
        <pc:docMk/>
      </pc:docMkLst>
      <pc:sldChg chg="addSp modSp mod">
        <pc:chgData name="P. Hoefele" userId="985bf97655b035be" providerId="LiveId" clId="{9CA3488C-B606-402D-919D-287632261D06}" dt="2025-07-31T18:20:24.822" v="381" actId="14100"/>
        <pc:sldMkLst>
          <pc:docMk/>
          <pc:sldMk cId="914765728" sldId="256"/>
        </pc:sldMkLst>
        <pc:spChg chg="add mod ord">
          <ac:chgData name="P. Hoefele" userId="985bf97655b035be" providerId="LiveId" clId="{9CA3488C-B606-402D-919D-287632261D06}" dt="2025-07-31T18:17:58.808" v="379" actId="14100"/>
          <ac:spMkLst>
            <pc:docMk/>
            <pc:sldMk cId="914765728" sldId="256"/>
            <ac:spMk id="2" creationId="{BC667E24-1152-48EE-99F3-33654617DD10}"/>
          </ac:spMkLst>
        </pc:spChg>
        <pc:spChg chg="mod">
          <ac:chgData name="P. Hoefele" userId="985bf97655b035be" providerId="LiveId" clId="{9CA3488C-B606-402D-919D-287632261D06}" dt="2025-07-31T18:07:43.121" v="333" actId="1076"/>
          <ac:spMkLst>
            <pc:docMk/>
            <pc:sldMk cId="914765728" sldId="256"/>
            <ac:spMk id="3" creationId="{91E7EFD7-4E0F-6E06-02C8-27C6334F7384}"/>
          </ac:spMkLst>
        </pc:spChg>
        <pc:spChg chg="mod">
          <ac:chgData name="P. Hoefele" userId="985bf97655b035be" providerId="LiveId" clId="{9CA3488C-B606-402D-919D-287632261D06}" dt="2025-07-31T18:03:30.274" v="270" actId="1076"/>
          <ac:spMkLst>
            <pc:docMk/>
            <pc:sldMk cId="914765728" sldId="256"/>
            <ac:spMk id="4" creationId="{5CFF00EB-9784-26E7-2286-D82897A1EE5D}"/>
          </ac:spMkLst>
        </pc:spChg>
        <pc:spChg chg="mod">
          <ac:chgData name="P. Hoefele" userId="985bf97655b035be" providerId="LiveId" clId="{9CA3488C-B606-402D-919D-287632261D06}" dt="2025-07-31T18:17:29.855" v="375" actId="14100"/>
          <ac:spMkLst>
            <pc:docMk/>
            <pc:sldMk cId="914765728" sldId="256"/>
            <ac:spMk id="5" creationId="{2B2B516B-4AA1-DBCC-4E57-0A8EE30D5273}"/>
          </ac:spMkLst>
        </pc:spChg>
        <pc:spChg chg="mod">
          <ac:chgData name="P. Hoefele" userId="985bf97655b035be" providerId="LiveId" clId="{9CA3488C-B606-402D-919D-287632261D06}" dt="2025-07-31T18:17:25.663" v="374" actId="14100"/>
          <ac:spMkLst>
            <pc:docMk/>
            <pc:sldMk cId="914765728" sldId="256"/>
            <ac:spMk id="6" creationId="{60B7DDE0-67CF-D1C4-AB2E-7B2635D408BC}"/>
          </ac:spMkLst>
        </pc:spChg>
        <pc:spChg chg="mod">
          <ac:chgData name="P. Hoefele" userId="985bf97655b035be" providerId="LiveId" clId="{9CA3488C-B606-402D-919D-287632261D06}" dt="2025-07-31T18:17:48.887" v="378" actId="14100"/>
          <ac:spMkLst>
            <pc:docMk/>
            <pc:sldMk cId="914765728" sldId="256"/>
            <ac:spMk id="7" creationId="{9BEB4F23-BD98-BBB4-C27F-FAFA0AF9A1D6}"/>
          </ac:spMkLst>
        </pc:spChg>
        <pc:spChg chg="mod ord">
          <ac:chgData name="P. Hoefele" userId="985bf97655b035be" providerId="LiveId" clId="{9CA3488C-B606-402D-919D-287632261D06}" dt="2025-07-31T18:16:55.440" v="370" actId="14100"/>
          <ac:spMkLst>
            <pc:docMk/>
            <pc:sldMk cId="914765728" sldId="256"/>
            <ac:spMk id="8" creationId="{A1B973AE-2D06-9975-58E0-DAB400A6700D}"/>
          </ac:spMkLst>
        </pc:spChg>
        <pc:spChg chg="mod">
          <ac:chgData name="P. Hoefele" userId="985bf97655b035be" providerId="LiveId" clId="{9CA3488C-B606-402D-919D-287632261D06}" dt="2025-07-31T18:02:43.674" v="262" actId="1076"/>
          <ac:spMkLst>
            <pc:docMk/>
            <pc:sldMk cId="914765728" sldId="256"/>
            <ac:spMk id="9" creationId="{66EFD86C-C938-20CE-2A9D-14E6C6D58247}"/>
          </ac:spMkLst>
        </pc:spChg>
        <pc:spChg chg="mod">
          <ac:chgData name="P. Hoefele" userId="985bf97655b035be" providerId="LiveId" clId="{9CA3488C-B606-402D-919D-287632261D06}" dt="2025-07-31T18:20:24.822" v="381" actId="14100"/>
          <ac:spMkLst>
            <pc:docMk/>
            <pc:sldMk cId="914765728" sldId="256"/>
            <ac:spMk id="10" creationId="{62214B0A-7C47-6780-A28D-9C6E9992E561}"/>
          </ac:spMkLst>
        </pc:spChg>
        <pc:spChg chg="mod ord">
          <ac:chgData name="P. Hoefele" userId="985bf97655b035be" providerId="LiveId" clId="{9CA3488C-B606-402D-919D-287632261D06}" dt="2025-07-31T18:17:08.048" v="371" actId="1076"/>
          <ac:spMkLst>
            <pc:docMk/>
            <pc:sldMk cId="914765728" sldId="256"/>
            <ac:spMk id="11" creationId="{AB8E957D-A31B-57FD-C694-FA3E6BE8B55E}"/>
          </ac:spMkLst>
        </pc:spChg>
        <pc:spChg chg="mod ord">
          <ac:chgData name="P. Hoefele" userId="985bf97655b035be" providerId="LiveId" clId="{9CA3488C-B606-402D-919D-287632261D06}" dt="2025-07-31T18:03:15.651" v="268" actId="1076"/>
          <ac:spMkLst>
            <pc:docMk/>
            <pc:sldMk cId="914765728" sldId="256"/>
            <ac:spMk id="12" creationId="{5F333D57-74D4-18E8-8690-BF29D75AD026}"/>
          </ac:spMkLst>
        </pc:spChg>
        <pc:spChg chg="mod">
          <ac:chgData name="P. Hoefele" userId="985bf97655b035be" providerId="LiveId" clId="{9CA3488C-B606-402D-919D-287632261D06}" dt="2025-07-31T18:02:47.778" v="263" actId="1076"/>
          <ac:spMkLst>
            <pc:docMk/>
            <pc:sldMk cId="914765728" sldId="256"/>
            <ac:spMk id="13" creationId="{E0719F81-D2AF-B7EB-BD85-B37FABFD07E1}"/>
          </ac:spMkLst>
        </pc:spChg>
        <pc:spChg chg="mod">
          <ac:chgData name="P. Hoefele" userId="985bf97655b035be" providerId="LiveId" clId="{9CA3488C-B606-402D-919D-287632261D06}" dt="2025-07-31T18:03:26.394" v="269" actId="1076"/>
          <ac:spMkLst>
            <pc:docMk/>
            <pc:sldMk cId="914765728" sldId="256"/>
            <ac:spMk id="14" creationId="{ED9D27B2-67C1-9987-8316-E236FD364B12}"/>
          </ac:spMkLst>
        </pc:spChg>
        <pc:spChg chg="add mod">
          <ac:chgData name="P. Hoefele" userId="985bf97655b035be" providerId="LiveId" clId="{9CA3488C-B606-402D-919D-287632261D06}" dt="2025-07-31T18:18:03.151" v="380" actId="1076"/>
          <ac:spMkLst>
            <pc:docMk/>
            <pc:sldMk cId="914765728" sldId="256"/>
            <ac:spMk id="15" creationId="{9866BADB-97A9-9581-F5F9-7875D9BB9651}"/>
          </ac:spMkLst>
        </pc:spChg>
        <pc:spChg chg="add mod">
          <ac:chgData name="P. Hoefele" userId="985bf97655b035be" providerId="LiveId" clId="{9CA3488C-B606-402D-919D-287632261D06}" dt="2025-07-31T18:12:39.887" v="367" actId="20577"/>
          <ac:spMkLst>
            <pc:docMk/>
            <pc:sldMk cId="914765728" sldId="256"/>
            <ac:spMk id="16" creationId="{AC8E20AA-2557-CFBF-6650-F94F6330CDE1}"/>
          </ac:spMkLst>
        </pc:spChg>
        <pc:spChg chg="mod">
          <ac:chgData name="P. Hoefele" userId="985bf97655b035be" providerId="LiveId" clId="{9CA3488C-B606-402D-919D-287632261D06}" dt="2025-07-31T18:17:35.951" v="376" actId="14100"/>
          <ac:spMkLst>
            <pc:docMk/>
            <pc:sldMk cId="914765728" sldId="256"/>
            <ac:spMk id="17" creationId="{F1C29468-7D45-7EFF-3200-2845EAD5CB2E}"/>
          </ac:spMkLst>
        </pc:spChg>
        <pc:spChg chg="mod">
          <ac:chgData name="P. Hoefele" userId="985bf97655b035be" providerId="LiveId" clId="{9CA3488C-B606-402D-919D-287632261D06}" dt="2025-07-31T18:15:30.775" v="368" actId="14100"/>
          <ac:spMkLst>
            <pc:docMk/>
            <pc:sldMk cId="914765728" sldId="256"/>
            <ac:spMk id="18" creationId="{42ED466D-A6B6-DE95-1EDE-F9A1F563F85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4E415-3F4F-4620-9D49-C3AEC85E7AB3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144713" y="1143000"/>
            <a:ext cx="2568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6F571-1272-4B00-8E06-573D0C8EC4D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54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144713" y="1143000"/>
            <a:ext cx="2568575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6F571-1272-4B00-8E06-573D0C8EC4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676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347355"/>
            <a:ext cx="5829300" cy="286622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324113"/>
            <a:ext cx="5143500" cy="198768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52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9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2052479"/>
            <a:ext cx="5915025" cy="3424605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5509482"/>
            <a:ext cx="5915025" cy="180091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10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191596"/>
            <a:ext cx="2914650" cy="52236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191596"/>
            <a:ext cx="2914650" cy="52236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40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2" y="438321"/>
            <a:ext cx="5915025" cy="159128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018174"/>
            <a:ext cx="2901255" cy="989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007250"/>
            <a:ext cx="2901255" cy="44232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018174"/>
            <a:ext cx="2915543" cy="989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3007250"/>
            <a:ext cx="2915543" cy="44232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6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3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74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48852"/>
            <a:ext cx="2211884" cy="192098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185369"/>
            <a:ext cx="3471863" cy="585060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69832"/>
            <a:ext cx="2211884" cy="45756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48852"/>
            <a:ext cx="2211884" cy="192098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185369"/>
            <a:ext cx="3471863" cy="5850606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69832"/>
            <a:ext cx="2211884" cy="457567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15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9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38319"/>
            <a:ext cx="1478756" cy="697689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38319"/>
            <a:ext cx="4350544" cy="697689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068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9" y="438321"/>
            <a:ext cx="5915025" cy="1591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9" y="2191596"/>
            <a:ext cx="5915025" cy="5223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630565"/>
            <a:ext cx="1543050" cy="438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EAF92A-A4BA-4B07-ADD4-90A11F13DB7D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4" y="7630565"/>
            <a:ext cx="2314575" cy="438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630565"/>
            <a:ext cx="1543050" cy="438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AC83D0-D2FC-4A9A-9661-593D1BD0040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3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feil: Fünfeck 6">
            <a:extLst>
              <a:ext uri="{FF2B5EF4-FFF2-40B4-BE49-F238E27FC236}">
                <a16:creationId xmlns:a16="http://schemas.microsoft.com/office/drawing/2014/main" id="{9BEB4F23-BD98-BBB4-C27F-FAFA0AF9A1D6}"/>
              </a:ext>
            </a:extLst>
          </p:cNvPr>
          <p:cNvSpPr/>
          <p:nvPr/>
        </p:nvSpPr>
        <p:spPr>
          <a:xfrm>
            <a:off x="561974" y="7070033"/>
            <a:ext cx="6159561" cy="1048552"/>
          </a:xfrm>
          <a:prstGeom prst="homePlate">
            <a:avLst>
              <a:gd name="adj" fmla="val 40849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de-DE" sz="1801" dirty="0">
                <a:solidFill>
                  <a:schemeClr val="tx1"/>
                </a:solidFill>
              </a:rPr>
              <a:t>Development </a:t>
            </a:r>
            <a:r>
              <a:rPr lang="de-DE" sz="1801" dirty="0" err="1">
                <a:solidFill>
                  <a:schemeClr val="tx1"/>
                </a:solidFill>
              </a:rPr>
              <a:t>of</a:t>
            </a:r>
            <a:r>
              <a:rPr lang="de-DE" sz="1801" dirty="0">
                <a:solidFill>
                  <a:schemeClr val="tx1"/>
                </a:solidFill>
              </a:rPr>
              <a:t> </a:t>
            </a:r>
            <a:r>
              <a:rPr lang="de-DE" sz="1801" dirty="0" err="1">
                <a:solidFill>
                  <a:schemeClr val="tx1"/>
                </a:solidFill>
              </a:rPr>
              <a:t>new</a:t>
            </a:r>
            <a:r>
              <a:rPr lang="de-DE" sz="1801" dirty="0">
                <a:solidFill>
                  <a:schemeClr val="tx1"/>
                </a:solidFill>
              </a:rPr>
              <a:t> </a:t>
            </a:r>
            <a:r>
              <a:rPr lang="de-DE" sz="1801" dirty="0" err="1">
                <a:solidFill>
                  <a:schemeClr val="tx1"/>
                </a:solidFill>
              </a:rPr>
              <a:t>technologies</a:t>
            </a:r>
            <a:endParaRPr lang="de-DE" sz="1801" dirty="0">
              <a:solidFill>
                <a:schemeClr val="tx1"/>
              </a:solidFill>
            </a:endParaRPr>
          </a:p>
          <a:p>
            <a:pPr algn="ctr"/>
            <a:r>
              <a:rPr lang="de-DE" sz="1801" dirty="0">
                <a:solidFill>
                  <a:schemeClr val="tx1"/>
                </a:solidFill>
              </a:rPr>
              <a:t>(e.g. </a:t>
            </a:r>
            <a:r>
              <a:rPr lang="en-US" sz="1801" dirty="0">
                <a:solidFill>
                  <a:schemeClr val="tx1"/>
                </a:solidFill>
              </a:rPr>
              <a:t>social robots, nanotechnology, climate engineering)</a:t>
            </a:r>
          </a:p>
        </p:txBody>
      </p:sp>
      <p:sp>
        <p:nvSpPr>
          <p:cNvPr id="9" name="Pfeil: Chevron 8">
            <a:extLst>
              <a:ext uri="{FF2B5EF4-FFF2-40B4-BE49-F238E27FC236}">
                <a16:creationId xmlns:a16="http://schemas.microsoft.com/office/drawing/2014/main" id="{66EFD86C-C938-20CE-2A9D-14E6C6D58247}"/>
              </a:ext>
            </a:extLst>
          </p:cNvPr>
          <p:cNvSpPr/>
          <p:nvPr/>
        </p:nvSpPr>
        <p:spPr>
          <a:xfrm rot="5400000">
            <a:off x="1894822" y="1940525"/>
            <a:ext cx="3587945" cy="1942089"/>
          </a:xfrm>
          <a:prstGeom prst="chevron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solidFill>
                <a:schemeClr val="tx1"/>
              </a:solidFill>
            </a:endParaRPr>
          </a:p>
        </p:txBody>
      </p:sp>
      <p:sp>
        <p:nvSpPr>
          <p:cNvPr id="10" name="Pfeil: Chevron 9">
            <a:extLst>
              <a:ext uri="{FF2B5EF4-FFF2-40B4-BE49-F238E27FC236}">
                <a16:creationId xmlns:a16="http://schemas.microsoft.com/office/drawing/2014/main" id="{62214B0A-7C47-6780-A28D-9C6E9992E561}"/>
              </a:ext>
            </a:extLst>
          </p:cNvPr>
          <p:cNvSpPr/>
          <p:nvPr/>
        </p:nvSpPr>
        <p:spPr>
          <a:xfrm rot="5400000">
            <a:off x="2374972" y="3844181"/>
            <a:ext cx="2629030" cy="1940701"/>
          </a:xfrm>
          <a:prstGeom prst="chevron">
            <a:avLst>
              <a:gd name="adj" fmla="val 3453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1801" b="1" dirty="0" err="1">
                <a:solidFill>
                  <a:schemeClr val="tx1"/>
                </a:solidFill>
              </a:rPr>
              <a:t>Application</a:t>
            </a:r>
            <a:r>
              <a:rPr lang="de-DE" sz="1801" b="1" dirty="0">
                <a:solidFill>
                  <a:schemeClr val="tx1"/>
                </a:solidFill>
              </a:rPr>
              <a:t> </a:t>
            </a:r>
            <a:r>
              <a:rPr lang="de-DE" sz="1801" b="1" dirty="0" err="1">
                <a:solidFill>
                  <a:schemeClr val="tx1"/>
                </a:solidFill>
              </a:rPr>
              <a:t>of</a:t>
            </a:r>
            <a:r>
              <a:rPr lang="de-DE" sz="1801" b="1" dirty="0">
                <a:solidFill>
                  <a:schemeClr val="tx1"/>
                </a:solidFill>
              </a:rPr>
              <a:t> ESTA</a:t>
            </a:r>
            <a:endParaRPr lang="en-US" sz="1801" b="1" dirty="0">
              <a:solidFill>
                <a:schemeClr val="tx1"/>
              </a:solidFill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0719F81-D2AF-B7EB-BD85-B37FABFD07E1}"/>
              </a:ext>
            </a:extLst>
          </p:cNvPr>
          <p:cNvSpPr txBox="1"/>
          <p:nvPr/>
        </p:nvSpPr>
        <p:spPr>
          <a:xfrm>
            <a:off x="2612431" y="2105438"/>
            <a:ext cx="2228162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801" b="1" dirty="0" err="1"/>
              <a:t>Ethical</a:t>
            </a:r>
            <a:r>
              <a:rPr lang="de-DE" sz="1801" b="1" dirty="0"/>
              <a:t> </a:t>
            </a:r>
            <a:r>
              <a:rPr lang="de-DE" sz="1801" b="1" dirty="0" err="1"/>
              <a:t>Participatory</a:t>
            </a:r>
            <a:r>
              <a:rPr lang="de-DE" sz="1801" b="1" dirty="0"/>
              <a:t> Technology Assessment</a:t>
            </a:r>
            <a:endParaRPr lang="en-US" sz="1801" b="1" dirty="0"/>
          </a:p>
        </p:txBody>
      </p:sp>
      <p:sp>
        <p:nvSpPr>
          <p:cNvPr id="14" name="Pfeil: nach rechts 13">
            <a:extLst>
              <a:ext uri="{FF2B5EF4-FFF2-40B4-BE49-F238E27FC236}">
                <a16:creationId xmlns:a16="http://schemas.microsoft.com/office/drawing/2014/main" id="{ED9D27B2-67C1-9987-8316-E236FD364B12}"/>
              </a:ext>
            </a:extLst>
          </p:cNvPr>
          <p:cNvSpPr/>
          <p:nvPr/>
        </p:nvSpPr>
        <p:spPr>
          <a:xfrm rot="5400000">
            <a:off x="3974410" y="6286530"/>
            <a:ext cx="1024816" cy="640421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1" dirty="0">
                <a:solidFill>
                  <a:schemeClr val="tx1"/>
                </a:solidFill>
              </a:rPr>
              <a:t>ESTA</a:t>
            </a:r>
            <a:endParaRPr lang="en-US" sz="1801" dirty="0">
              <a:solidFill>
                <a:schemeClr val="tx1"/>
              </a:solidFill>
            </a:endParaRPr>
          </a:p>
        </p:txBody>
      </p:sp>
      <p:sp>
        <p:nvSpPr>
          <p:cNvPr id="3" name="Pfeil: nach rechts 2">
            <a:extLst>
              <a:ext uri="{FF2B5EF4-FFF2-40B4-BE49-F238E27FC236}">
                <a16:creationId xmlns:a16="http://schemas.microsoft.com/office/drawing/2014/main" id="{91E7EFD7-4E0F-6E06-02C8-27C6334F7384}"/>
              </a:ext>
            </a:extLst>
          </p:cNvPr>
          <p:cNvSpPr/>
          <p:nvPr/>
        </p:nvSpPr>
        <p:spPr>
          <a:xfrm rot="5400000">
            <a:off x="2406832" y="6286529"/>
            <a:ext cx="978409" cy="640421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1" dirty="0">
                <a:solidFill>
                  <a:schemeClr val="tx1"/>
                </a:solidFill>
              </a:rPr>
              <a:t>ESTA</a:t>
            </a:r>
            <a:endParaRPr lang="en-US" sz="1801" dirty="0">
              <a:solidFill>
                <a:schemeClr val="tx1"/>
              </a:solidFill>
            </a:endParaRPr>
          </a:p>
        </p:txBody>
      </p:sp>
      <p:sp>
        <p:nvSpPr>
          <p:cNvPr id="4" name="Pfeil: nach rechts 3">
            <a:extLst>
              <a:ext uri="{FF2B5EF4-FFF2-40B4-BE49-F238E27FC236}">
                <a16:creationId xmlns:a16="http://schemas.microsoft.com/office/drawing/2014/main" id="{5CFF00EB-9784-26E7-2286-D82897A1EE5D}"/>
              </a:ext>
            </a:extLst>
          </p:cNvPr>
          <p:cNvSpPr/>
          <p:nvPr/>
        </p:nvSpPr>
        <p:spPr>
          <a:xfrm rot="5400000">
            <a:off x="3199589" y="6286529"/>
            <a:ext cx="978409" cy="640421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1" dirty="0">
                <a:solidFill>
                  <a:schemeClr val="tx1"/>
                </a:solidFill>
              </a:rPr>
              <a:t>ESTA</a:t>
            </a:r>
            <a:endParaRPr lang="en-US" sz="1801" dirty="0">
              <a:solidFill>
                <a:schemeClr val="tx1"/>
              </a:solidFill>
            </a:endParaRPr>
          </a:p>
        </p:txBody>
      </p:sp>
      <p:sp>
        <p:nvSpPr>
          <p:cNvPr id="5" name="Legende: mit Pfeil nach unten 4">
            <a:extLst>
              <a:ext uri="{FF2B5EF4-FFF2-40B4-BE49-F238E27FC236}">
                <a16:creationId xmlns:a16="http://schemas.microsoft.com/office/drawing/2014/main" id="{2B2B516B-4AA1-DBCC-4E57-0A8EE30D5273}"/>
              </a:ext>
            </a:extLst>
          </p:cNvPr>
          <p:cNvSpPr/>
          <p:nvPr/>
        </p:nvSpPr>
        <p:spPr>
          <a:xfrm rot="5400000">
            <a:off x="5216184" y="-203911"/>
            <a:ext cx="1099958" cy="2183674"/>
          </a:xfrm>
          <a:prstGeom prst="downArrowCallout">
            <a:avLst>
              <a:gd name="adj1" fmla="val 22229"/>
              <a:gd name="adj2" fmla="val 27969"/>
              <a:gd name="adj3" fmla="val 48553"/>
              <a:gd name="adj4" fmla="val 6497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1801" dirty="0">
                <a:solidFill>
                  <a:schemeClr val="tx1"/>
                </a:solidFill>
              </a:rPr>
              <a:t>Normative </a:t>
            </a:r>
            <a:r>
              <a:rPr lang="de-DE" sz="1801" dirty="0" err="1">
                <a:solidFill>
                  <a:schemeClr val="tx1"/>
                </a:solidFill>
              </a:rPr>
              <a:t>Ethical</a:t>
            </a:r>
            <a:r>
              <a:rPr lang="de-DE" sz="1801" dirty="0">
                <a:solidFill>
                  <a:schemeClr val="tx1"/>
                </a:solidFill>
              </a:rPr>
              <a:t> </a:t>
            </a:r>
            <a:r>
              <a:rPr lang="de-DE" sz="1801" dirty="0" err="1">
                <a:solidFill>
                  <a:schemeClr val="tx1"/>
                </a:solidFill>
              </a:rPr>
              <a:t>Theories</a:t>
            </a:r>
            <a:endParaRPr lang="en-US" sz="1801" dirty="0">
              <a:solidFill>
                <a:schemeClr val="tx1"/>
              </a:solidFill>
            </a:endParaRPr>
          </a:p>
        </p:txBody>
      </p:sp>
      <p:sp>
        <p:nvSpPr>
          <p:cNvPr id="6" name="Legende: mit Pfeil nach oben 5">
            <a:extLst>
              <a:ext uri="{FF2B5EF4-FFF2-40B4-BE49-F238E27FC236}">
                <a16:creationId xmlns:a16="http://schemas.microsoft.com/office/drawing/2014/main" id="{60B7DDE0-67CF-D1C4-AB2E-7B2635D408BC}"/>
              </a:ext>
            </a:extLst>
          </p:cNvPr>
          <p:cNvSpPr/>
          <p:nvPr/>
        </p:nvSpPr>
        <p:spPr>
          <a:xfrm rot="5400000">
            <a:off x="1096671" y="-187831"/>
            <a:ext cx="1050697" cy="2228161"/>
          </a:xfrm>
          <a:prstGeom prst="upArrowCallout">
            <a:avLst>
              <a:gd name="adj1" fmla="val 22828"/>
              <a:gd name="adj2" fmla="val 32252"/>
              <a:gd name="adj3" fmla="val 53245"/>
              <a:gd name="adj4" fmla="val 6497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1801" dirty="0" err="1">
                <a:solidFill>
                  <a:schemeClr val="tx1"/>
                </a:solidFill>
              </a:rPr>
              <a:t>Descriptive</a:t>
            </a:r>
            <a:r>
              <a:rPr lang="de-DE" sz="1801" dirty="0">
                <a:solidFill>
                  <a:schemeClr val="tx1"/>
                </a:solidFill>
              </a:rPr>
              <a:t> </a:t>
            </a:r>
            <a:r>
              <a:rPr lang="de-DE" sz="1801" dirty="0" err="1">
                <a:solidFill>
                  <a:schemeClr val="tx1"/>
                </a:solidFill>
              </a:rPr>
              <a:t>Empirical</a:t>
            </a:r>
            <a:r>
              <a:rPr lang="de-DE" sz="1801" dirty="0">
                <a:solidFill>
                  <a:schemeClr val="tx1"/>
                </a:solidFill>
              </a:rPr>
              <a:t> Data</a:t>
            </a:r>
            <a:endParaRPr lang="en-US" sz="1801" dirty="0">
              <a:solidFill>
                <a:schemeClr val="tx1"/>
              </a:solidFill>
            </a:endParaRPr>
          </a:p>
        </p:txBody>
      </p:sp>
      <p:sp>
        <p:nvSpPr>
          <p:cNvPr id="17" name="Legende: mit Pfeil nach unten 16">
            <a:extLst>
              <a:ext uri="{FF2B5EF4-FFF2-40B4-BE49-F238E27FC236}">
                <a16:creationId xmlns:a16="http://schemas.microsoft.com/office/drawing/2014/main" id="{F1C29468-7D45-7EFF-3200-2845EAD5CB2E}"/>
              </a:ext>
            </a:extLst>
          </p:cNvPr>
          <p:cNvSpPr/>
          <p:nvPr/>
        </p:nvSpPr>
        <p:spPr>
          <a:xfrm rot="5400000">
            <a:off x="5165740" y="1169000"/>
            <a:ext cx="1200842" cy="2183675"/>
          </a:xfrm>
          <a:prstGeom prst="downArrowCallout">
            <a:avLst>
              <a:gd name="adj1" fmla="val 20142"/>
              <a:gd name="adj2" fmla="val 27470"/>
              <a:gd name="adj3" fmla="val 44663"/>
              <a:gd name="adj4" fmla="val 6497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1801" dirty="0">
                <a:solidFill>
                  <a:schemeClr val="tx1"/>
                </a:solidFill>
              </a:rPr>
              <a:t>Sciences (</a:t>
            </a:r>
            <a:r>
              <a:rPr lang="de-DE" sz="1801" dirty="0" err="1">
                <a:solidFill>
                  <a:schemeClr val="tx1"/>
                </a:solidFill>
              </a:rPr>
              <a:t>engineers</a:t>
            </a:r>
            <a:r>
              <a:rPr lang="de-DE" sz="1801" dirty="0">
                <a:solidFill>
                  <a:schemeClr val="tx1"/>
                </a:solidFill>
              </a:rPr>
              <a:t>, </a:t>
            </a:r>
            <a:r>
              <a:rPr lang="de-DE" sz="1801" dirty="0" err="1">
                <a:solidFill>
                  <a:schemeClr val="tx1"/>
                </a:solidFill>
              </a:rPr>
              <a:t>ethicists</a:t>
            </a:r>
            <a:r>
              <a:rPr lang="de-DE" sz="1801" dirty="0">
                <a:solidFill>
                  <a:schemeClr val="tx1"/>
                </a:solidFill>
              </a:rPr>
              <a:t> etc.)</a:t>
            </a:r>
            <a:endParaRPr lang="en-US" sz="1801" dirty="0">
              <a:solidFill>
                <a:schemeClr val="tx1"/>
              </a:solidFill>
            </a:endParaRPr>
          </a:p>
        </p:txBody>
      </p:sp>
      <p:sp>
        <p:nvSpPr>
          <p:cNvPr id="18" name="Legende: mit Pfeil nach oben 17">
            <a:extLst>
              <a:ext uri="{FF2B5EF4-FFF2-40B4-BE49-F238E27FC236}">
                <a16:creationId xmlns:a16="http://schemas.microsoft.com/office/drawing/2014/main" id="{42ED466D-A6B6-DE95-1EDE-F9A1F563F85C}"/>
              </a:ext>
            </a:extLst>
          </p:cNvPr>
          <p:cNvSpPr/>
          <p:nvPr/>
        </p:nvSpPr>
        <p:spPr>
          <a:xfrm rot="5400000">
            <a:off x="1013118" y="1155237"/>
            <a:ext cx="1200841" cy="2211199"/>
          </a:xfrm>
          <a:prstGeom prst="upArrowCallout">
            <a:avLst>
              <a:gd name="adj1" fmla="val 21374"/>
              <a:gd name="adj2" fmla="val 28626"/>
              <a:gd name="adj3" fmla="val 44037"/>
              <a:gd name="adj4" fmla="val 64977"/>
            </a:avLst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sz="1801" dirty="0">
                <a:solidFill>
                  <a:schemeClr val="tx1"/>
                </a:solidFill>
              </a:rPr>
              <a:t>Non-</a:t>
            </a:r>
            <a:r>
              <a:rPr lang="de-DE" sz="1801" dirty="0" err="1">
                <a:solidFill>
                  <a:schemeClr val="tx1"/>
                </a:solidFill>
              </a:rPr>
              <a:t>scientific</a:t>
            </a:r>
            <a:r>
              <a:rPr lang="de-DE" sz="1801" dirty="0">
                <a:solidFill>
                  <a:schemeClr val="tx1"/>
                </a:solidFill>
              </a:rPr>
              <a:t> Actors</a:t>
            </a:r>
            <a:endParaRPr lang="en-US" sz="1801" dirty="0">
              <a:solidFill>
                <a:schemeClr val="tx1"/>
              </a:solidFill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C667E24-1152-48EE-99F3-33654617DD10}"/>
              </a:ext>
            </a:extLst>
          </p:cNvPr>
          <p:cNvSpPr/>
          <p:nvPr/>
        </p:nvSpPr>
        <p:spPr>
          <a:xfrm>
            <a:off x="2719137" y="5208890"/>
            <a:ext cx="1955187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feil: Fünfeck 7">
            <a:extLst>
              <a:ext uri="{FF2B5EF4-FFF2-40B4-BE49-F238E27FC236}">
                <a16:creationId xmlns:a16="http://schemas.microsoft.com/office/drawing/2014/main" id="{A1B973AE-2D06-9975-58E0-DAB400A6700D}"/>
              </a:ext>
            </a:extLst>
          </p:cNvPr>
          <p:cNvSpPr/>
          <p:nvPr/>
        </p:nvSpPr>
        <p:spPr>
          <a:xfrm rot="5400000">
            <a:off x="2657194" y="82700"/>
            <a:ext cx="2065979" cy="1942089"/>
          </a:xfrm>
          <a:prstGeom prst="homePlate">
            <a:avLst>
              <a:gd name="adj" fmla="val 2567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B8E957D-A31B-57FD-C694-FA3E6BE8B55E}"/>
              </a:ext>
            </a:extLst>
          </p:cNvPr>
          <p:cNvSpPr txBox="1"/>
          <p:nvPr/>
        </p:nvSpPr>
        <p:spPr>
          <a:xfrm>
            <a:off x="2851031" y="704074"/>
            <a:ext cx="167552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801" b="1" dirty="0" err="1"/>
              <a:t>Empirical</a:t>
            </a:r>
            <a:r>
              <a:rPr lang="de-DE" sz="1801" b="1" dirty="0"/>
              <a:t> </a:t>
            </a:r>
            <a:r>
              <a:rPr lang="de-DE" sz="1801" b="1" dirty="0" err="1"/>
              <a:t>Ethics</a:t>
            </a:r>
            <a:endParaRPr lang="en-US" sz="1801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F333D57-74D4-18E8-8690-BF29D75AD026}"/>
              </a:ext>
            </a:extLst>
          </p:cNvPr>
          <p:cNvSpPr txBox="1"/>
          <p:nvPr/>
        </p:nvSpPr>
        <p:spPr>
          <a:xfrm>
            <a:off x="2732129" y="5370089"/>
            <a:ext cx="1988766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801" b="1" dirty="0" err="1"/>
              <a:t>Ethics</a:t>
            </a:r>
            <a:r>
              <a:rPr lang="de-DE" sz="1801" b="1" dirty="0"/>
              <a:t> in Real Time</a:t>
            </a:r>
            <a:endParaRPr lang="en-US" sz="1801" b="1" dirty="0"/>
          </a:p>
        </p:txBody>
      </p:sp>
      <p:sp>
        <p:nvSpPr>
          <p:cNvPr id="15" name="Pfeil: nach links gekrümmt 14">
            <a:extLst>
              <a:ext uri="{FF2B5EF4-FFF2-40B4-BE49-F238E27FC236}">
                <a16:creationId xmlns:a16="http://schemas.microsoft.com/office/drawing/2014/main" id="{9866BADB-97A9-9581-F5F9-7875D9BB9651}"/>
              </a:ext>
            </a:extLst>
          </p:cNvPr>
          <p:cNvSpPr/>
          <p:nvPr/>
        </p:nvSpPr>
        <p:spPr>
          <a:xfrm flipV="1">
            <a:off x="4668215" y="2612914"/>
            <a:ext cx="1609189" cy="3504621"/>
          </a:xfrm>
          <a:prstGeom prst="curvedLeftArrow">
            <a:avLst>
              <a:gd name="adj1" fmla="val 56300"/>
              <a:gd name="adj2" fmla="val 56300"/>
              <a:gd name="adj3" fmla="val 2708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C8E20AA-2557-CFBF-6650-F94F6330CDE1}"/>
              </a:ext>
            </a:extLst>
          </p:cNvPr>
          <p:cNvSpPr txBox="1"/>
          <p:nvPr/>
        </p:nvSpPr>
        <p:spPr>
          <a:xfrm>
            <a:off x="4720896" y="3946267"/>
            <a:ext cx="13275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Feedback / Iteration on </a:t>
            </a:r>
            <a:r>
              <a:rPr lang="de-DE" dirty="0" err="1"/>
              <a:t>ethical</a:t>
            </a:r>
            <a:r>
              <a:rPr lang="de-DE" dirty="0"/>
              <a:t> </a:t>
            </a:r>
            <a:r>
              <a:rPr lang="de-DE" dirty="0" err="1"/>
              <a:t>pTA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765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55</Words>
  <Application>Microsoft Office PowerPoint</Application>
  <PresentationFormat>Benutzerdefiniert</PresentationFormat>
  <Paragraphs>15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P. Hoefele</dc:creator>
  <cp:lastModifiedBy>Julius Fenn</cp:lastModifiedBy>
  <cp:revision>3</cp:revision>
  <dcterms:created xsi:type="dcterms:W3CDTF">2025-01-15T17:36:35Z</dcterms:created>
  <dcterms:modified xsi:type="dcterms:W3CDTF">2025-08-06T04:44:47Z</dcterms:modified>
</cp:coreProperties>
</file>