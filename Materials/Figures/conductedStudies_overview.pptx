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88" r:id="rId2"/>
  </p:sldIdLst>
  <p:sldSz cx="7812088" cy="7596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us Fenn" initials="JF" lastIdx="8" clrIdx="0">
    <p:extLst>
      <p:ext uri="{19B8F6BF-5375-455C-9EA6-DF929625EA0E}">
        <p15:presenceInfo xmlns:p15="http://schemas.microsoft.com/office/powerpoint/2012/main" userId="4969b09ad1230f2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D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70" autoAdjust="0"/>
    <p:restoredTop sz="96197"/>
  </p:normalViewPr>
  <p:slideViewPr>
    <p:cSldViewPr snapToGrid="0">
      <p:cViewPr varScale="1">
        <p:scale>
          <a:sx n="115" d="100"/>
          <a:sy n="115" d="100"/>
        </p:scale>
        <p:origin x="10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C10B95-DE72-CA42-8E03-6337D8532236}" type="datetimeFigureOut">
              <a:rPr lang="de-DE" smtClean="0"/>
              <a:t>30.07.2025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841500" y="1143000"/>
            <a:ext cx="3175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58975E-8E9A-1446-8739-76B5A1BBE2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552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68553" rtl="0" eaLnBrk="1" latinLnBrk="0" hangingPunct="1">
      <a:defRPr sz="1009" kern="1200">
        <a:solidFill>
          <a:schemeClr val="tx1"/>
        </a:solidFill>
        <a:latin typeface="+mn-lt"/>
        <a:ea typeface="+mn-ea"/>
        <a:cs typeface="+mn-cs"/>
      </a:defRPr>
    </a:lvl1pPr>
    <a:lvl2pPr marL="384277" algn="l" defTabSz="768553" rtl="0" eaLnBrk="1" latinLnBrk="0" hangingPunct="1">
      <a:defRPr sz="1009" kern="1200">
        <a:solidFill>
          <a:schemeClr val="tx1"/>
        </a:solidFill>
        <a:latin typeface="+mn-lt"/>
        <a:ea typeface="+mn-ea"/>
        <a:cs typeface="+mn-cs"/>
      </a:defRPr>
    </a:lvl2pPr>
    <a:lvl3pPr marL="768553" algn="l" defTabSz="768553" rtl="0" eaLnBrk="1" latinLnBrk="0" hangingPunct="1">
      <a:defRPr sz="1009" kern="1200">
        <a:solidFill>
          <a:schemeClr val="tx1"/>
        </a:solidFill>
        <a:latin typeface="+mn-lt"/>
        <a:ea typeface="+mn-ea"/>
        <a:cs typeface="+mn-cs"/>
      </a:defRPr>
    </a:lvl3pPr>
    <a:lvl4pPr marL="1152830" algn="l" defTabSz="768553" rtl="0" eaLnBrk="1" latinLnBrk="0" hangingPunct="1">
      <a:defRPr sz="1009" kern="1200">
        <a:solidFill>
          <a:schemeClr val="tx1"/>
        </a:solidFill>
        <a:latin typeface="+mn-lt"/>
        <a:ea typeface="+mn-ea"/>
        <a:cs typeface="+mn-cs"/>
      </a:defRPr>
    </a:lvl4pPr>
    <a:lvl5pPr marL="1537106" algn="l" defTabSz="768553" rtl="0" eaLnBrk="1" latinLnBrk="0" hangingPunct="1">
      <a:defRPr sz="1009" kern="1200">
        <a:solidFill>
          <a:schemeClr val="tx1"/>
        </a:solidFill>
        <a:latin typeface="+mn-lt"/>
        <a:ea typeface="+mn-ea"/>
        <a:cs typeface="+mn-cs"/>
      </a:defRPr>
    </a:lvl5pPr>
    <a:lvl6pPr marL="1921383" algn="l" defTabSz="768553" rtl="0" eaLnBrk="1" latinLnBrk="0" hangingPunct="1">
      <a:defRPr sz="1009" kern="1200">
        <a:solidFill>
          <a:schemeClr val="tx1"/>
        </a:solidFill>
        <a:latin typeface="+mn-lt"/>
        <a:ea typeface="+mn-ea"/>
        <a:cs typeface="+mn-cs"/>
      </a:defRPr>
    </a:lvl6pPr>
    <a:lvl7pPr marL="2305660" algn="l" defTabSz="768553" rtl="0" eaLnBrk="1" latinLnBrk="0" hangingPunct="1">
      <a:defRPr sz="1009" kern="1200">
        <a:solidFill>
          <a:schemeClr val="tx1"/>
        </a:solidFill>
        <a:latin typeface="+mn-lt"/>
        <a:ea typeface="+mn-ea"/>
        <a:cs typeface="+mn-cs"/>
      </a:defRPr>
    </a:lvl7pPr>
    <a:lvl8pPr marL="2689936" algn="l" defTabSz="768553" rtl="0" eaLnBrk="1" latinLnBrk="0" hangingPunct="1">
      <a:defRPr sz="1009" kern="1200">
        <a:solidFill>
          <a:schemeClr val="tx1"/>
        </a:solidFill>
        <a:latin typeface="+mn-lt"/>
        <a:ea typeface="+mn-ea"/>
        <a:cs typeface="+mn-cs"/>
      </a:defRPr>
    </a:lvl8pPr>
    <a:lvl9pPr marL="3074213" algn="l" defTabSz="768553" rtl="0" eaLnBrk="1" latinLnBrk="0" hangingPunct="1">
      <a:defRPr sz="100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0" y="1143000"/>
            <a:ext cx="31750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08F78-4A22-0044-A158-87078105912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6870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5907" y="1243173"/>
            <a:ext cx="6640275" cy="2644599"/>
          </a:xfrm>
        </p:spPr>
        <p:txBody>
          <a:bodyPr anchor="b"/>
          <a:lstStyle>
            <a:lvl1pPr algn="ctr">
              <a:defRPr sz="512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6511" y="3989757"/>
            <a:ext cx="5859066" cy="1833987"/>
          </a:xfrm>
        </p:spPr>
        <p:txBody>
          <a:bodyPr/>
          <a:lstStyle>
            <a:lvl1pPr marL="0" indent="0" algn="ctr">
              <a:buNone/>
              <a:defRPr sz="2050"/>
            </a:lvl1pPr>
            <a:lvl2pPr marL="390586" indent="0" algn="ctr">
              <a:buNone/>
              <a:defRPr sz="1709"/>
            </a:lvl2pPr>
            <a:lvl3pPr marL="781172" indent="0" algn="ctr">
              <a:buNone/>
              <a:defRPr sz="1538"/>
            </a:lvl3pPr>
            <a:lvl4pPr marL="1171758" indent="0" algn="ctr">
              <a:buNone/>
              <a:defRPr sz="1367"/>
            </a:lvl4pPr>
            <a:lvl5pPr marL="1562344" indent="0" algn="ctr">
              <a:buNone/>
              <a:defRPr sz="1367"/>
            </a:lvl5pPr>
            <a:lvl6pPr marL="1952930" indent="0" algn="ctr">
              <a:buNone/>
              <a:defRPr sz="1367"/>
            </a:lvl6pPr>
            <a:lvl7pPr marL="2343516" indent="0" algn="ctr">
              <a:buNone/>
              <a:defRPr sz="1367"/>
            </a:lvl7pPr>
            <a:lvl8pPr marL="2734102" indent="0" algn="ctr">
              <a:buNone/>
              <a:defRPr sz="1367"/>
            </a:lvl8pPr>
            <a:lvl9pPr marL="3124688" indent="0" algn="ctr">
              <a:buNone/>
              <a:defRPr sz="1367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531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378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013" y="1893774"/>
            <a:ext cx="6737926" cy="3159803"/>
          </a:xfrm>
        </p:spPr>
        <p:txBody>
          <a:bodyPr anchor="b"/>
          <a:lstStyle>
            <a:lvl1pPr>
              <a:defRPr sz="512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013" y="5083469"/>
            <a:ext cx="6737926" cy="1661666"/>
          </a:xfrm>
        </p:spPr>
        <p:txBody>
          <a:bodyPr/>
          <a:lstStyle>
            <a:lvl1pPr marL="0" indent="0">
              <a:buNone/>
              <a:defRPr sz="2050">
                <a:solidFill>
                  <a:schemeClr val="tx1"/>
                </a:solidFill>
              </a:defRPr>
            </a:lvl1pPr>
            <a:lvl2pPr marL="390586" indent="0">
              <a:buNone/>
              <a:defRPr sz="1709">
                <a:solidFill>
                  <a:schemeClr val="tx1">
                    <a:tint val="75000"/>
                  </a:schemeClr>
                </a:solidFill>
              </a:defRPr>
            </a:lvl2pPr>
            <a:lvl3pPr marL="781172" indent="0">
              <a:buNone/>
              <a:defRPr sz="1538">
                <a:solidFill>
                  <a:schemeClr val="tx1">
                    <a:tint val="75000"/>
                  </a:schemeClr>
                </a:solidFill>
              </a:defRPr>
            </a:lvl3pPr>
            <a:lvl4pPr marL="1171758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4pPr>
            <a:lvl5pPr marL="1562344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5pPr>
            <a:lvl6pPr marL="1952930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6pPr>
            <a:lvl7pPr marL="2343516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7pPr>
            <a:lvl8pPr marL="2734102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8pPr>
            <a:lvl9pPr marL="3124688" indent="0">
              <a:buNone/>
              <a:defRPr sz="13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29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7081" y="2022133"/>
            <a:ext cx="3320137" cy="48197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4870" y="2022133"/>
            <a:ext cx="3320137" cy="48197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602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099" y="404428"/>
            <a:ext cx="6737926" cy="146824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8099" y="1862122"/>
            <a:ext cx="3304879" cy="912597"/>
          </a:xfrm>
        </p:spPr>
        <p:txBody>
          <a:bodyPr anchor="b"/>
          <a:lstStyle>
            <a:lvl1pPr marL="0" indent="0">
              <a:buNone/>
              <a:defRPr sz="2050" b="1"/>
            </a:lvl1pPr>
            <a:lvl2pPr marL="390586" indent="0">
              <a:buNone/>
              <a:defRPr sz="1709" b="1"/>
            </a:lvl2pPr>
            <a:lvl3pPr marL="781172" indent="0">
              <a:buNone/>
              <a:defRPr sz="1538" b="1"/>
            </a:lvl3pPr>
            <a:lvl4pPr marL="1171758" indent="0">
              <a:buNone/>
              <a:defRPr sz="1367" b="1"/>
            </a:lvl4pPr>
            <a:lvl5pPr marL="1562344" indent="0">
              <a:buNone/>
              <a:defRPr sz="1367" b="1"/>
            </a:lvl5pPr>
            <a:lvl6pPr marL="1952930" indent="0">
              <a:buNone/>
              <a:defRPr sz="1367" b="1"/>
            </a:lvl6pPr>
            <a:lvl7pPr marL="2343516" indent="0">
              <a:buNone/>
              <a:defRPr sz="1367" b="1"/>
            </a:lvl7pPr>
            <a:lvl8pPr marL="2734102" indent="0">
              <a:buNone/>
              <a:defRPr sz="1367" b="1"/>
            </a:lvl8pPr>
            <a:lvl9pPr marL="3124688" indent="0">
              <a:buNone/>
              <a:defRPr sz="136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8099" y="2774719"/>
            <a:ext cx="3304879" cy="408119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4870" y="1862122"/>
            <a:ext cx="3321155" cy="912597"/>
          </a:xfrm>
        </p:spPr>
        <p:txBody>
          <a:bodyPr anchor="b"/>
          <a:lstStyle>
            <a:lvl1pPr marL="0" indent="0">
              <a:buNone/>
              <a:defRPr sz="2050" b="1"/>
            </a:lvl1pPr>
            <a:lvl2pPr marL="390586" indent="0">
              <a:buNone/>
              <a:defRPr sz="1709" b="1"/>
            </a:lvl2pPr>
            <a:lvl3pPr marL="781172" indent="0">
              <a:buNone/>
              <a:defRPr sz="1538" b="1"/>
            </a:lvl3pPr>
            <a:lvl4pPr marL="1171758" indent="0">
              <a:buNone/>
              <a:defRPr sz="1367" b="1"/>
            </a:lvl4pPr>
            <a:lvl5pPr marL="1562344" indent="0">
              <a:buNone/>
              <a:defRPr sz="1367" b="1"/>
            </a:lvl5pPr>
            <a:lvl6pPr marL="1952930" indent="0">
              <a:buNone/>
              <a:defRPr sz="1367" b="1"/>
            </a:lvl6pPr>
            <a:lvl7pPr marL="2343516" indent="0">
              <a:buNone/>
              <a:defRPr sz="1367" b="1"/>
            </a:lvl7pPr>
            <a:lvl8pPr marL="2734102" indent="0">
              <a:buNone/>
              <a:defRPr sz="1367" b="1"/>
            </a:lvl8pPr>
            <a:lvl9pPr marL="3124688" indent="0">
              <a:buNone/>
              <a:defRPr sz="136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54870" y="2774719"/>
            <a:ext cx="3321155" cy="408119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25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387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64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098" y="506412"/>
            <a:ext cx="2519602" cy="1772444"/>
          </a:xfrm>
        </p:spPr>
        <p:txBody>
          <a:bodyPr anchor="b"/>
          <a:lstStyle>
            <a:lvl1pPr>
              <a:defRPr sz="273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1155" y="1093712"/>
            <a:ext cx="3954870" cy="5398217"/>
          </a:xfrm>
        </p:spPr>
        <p:txBody>
          <a:bodyPr/>
          <a:lstStyle>
            <a:lvl1pPr>
              <a:defRPr sz="2734"/>
            </a:lvl1pPr>
            <a:lvl2pPr>
              <a:defRPr sz="2392"/>
            </a:lvl2pPr>
            <a:lvl3pPr>
              <a:defRPr sz="2050"/>
            </a:lvl3pPr>
            <a:lvl4pPr>
              <a:defRPr sz="1709"/>
            </a:lvl4pPr>
            <a:lvl5pPr>
              <a:defRPr sz="1709"/>
            </a:lvl5pPr>
            <a:lvl6pPr>
              <a:defRPr sz="1709"/>
            </a:lvl6pPr>
            <a:lvl7pPr>
              <a:defRPr sz="1709"/>
            </a:lvl7pPr>
            <a:lvl8pPr>
              <a:defRPr sz="1709"/>
            </a:lvl8pPr>
            <a:lvl9pPr>
              <a:defRPr sz="1709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098" y="2278857"/>
            <a:ext cx="2519602" cy="4221863"/>
          </a:xfrm>
        </p:spPr>
        <p:txBody>
          <a:bodyPr/>
          <a:lstStyle>
            <a:lvl1pPr marL="0" indent="0">
              <a:buNone/>
              <a:defRPr sz="1367"/>
            </a:lvl1pPr>
            <a:lvl2pPr marL="390586" indent="0">
              <a:buNone/>
              <a:defRPr sz="1196"/>
            </a:lvl2pPr>
            <a:lvl3pPr marL="781172" indent="0">
              <a:buNone/>
              <a:defRPr sz="1025"/>
            </a:lvl3pPr>
            <a:lvl4pPr marL="1171758" indent="0">
              <a:buNone/>
              <a:defRPr sz="854"/>
            </a:lvl4pPr>
            <a:lvl5pPr marL="1562344" indent="0">
              <a:buNone/>
              <a:defRPr sz="854"/>
            </a:lvl5pPr>
            <a:lvl6pPr marL="1952930" indent="0">
              <a:buNone/>
              <a:defRPr sz="854"/>
            </a:lvl6pPr>
            <a:lvl7pPr marL="2343516" indent="0">
              <a:buNone/>
              <a:defRPr sz="854"/>
            </a:lvl7pPr>
            <a:lvl8pPr marL="2734102" indent="0">
              <a:buNone/>
              <a:defRPr sz="854"/>
            </a:lvl8pPr>
            <a:lvl9pPr marL="3124688" indent="0">
              <a:buNone/>
              <a:defRPr sz="85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21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098" y="506412"/>
            <a:ext cx="2519602" cy="1772444"/>
          </a:xfrm>
        </p:spPr>
        <p:txBody>
          <a:bodyPr anchor="b"/>
          <a:lstStyle>
            <a:lvl1pPr>
              <a:defRPr sz="273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21155" y="1093712"/>
            <a:ext cx="3954870" cy="5398217"/>
          </a:xfrm>
        </p:spPr>
        <p:txBody>
          <a:bodyPr anchor="t"/>
          <a:lstStyle>
            <a:lvl1pPr marL="0" indent="0">
              <a:buNone/>
              <a:defRPr sz="2734"/>
            </a:lvl1pPr>
            <a:lvl2pPr marL="390586" indent="0">
              <a:buNone/>
              <a:defRPr sz="2392"/>
            </a:lvl2pPr>
            <a:lvl3pPr marL="781172" indent="0">
              <a:buNone/>
              <a:defRPr sz="2050"/>
            </a:lvl3pPr>
            <a:lvl4pPr marL="1171758" indent="0">
              <a:buNone/>
              <a:defRPr sz="1709"/>
            </a:lvl4pPr>
            <a:lvl5pPr marL="1562344" indent="0">
              <a:buNone/>
              <a:defRPr sz="1709"/>
            </a:lvl5pPr>
            <a:lvl6pPr marL="1952930" indent="0">
              <a:buNone/>
              <a:defRPr sz="1709"/>
            </a:lvl6pPr>
            <a:lvl7pPr marL="2343516" indent="0">
              <a:buNone/>
              <a:defRPr sz="1709"/>
            </a:lvl7pPr>
            <a:lvl8pPr marL="2734102" indent="0">
              <a:buNone/>
              <a:defRPr sz="1709"/>
            </a:lvl8pPr>
            <a:lvl9pPr marL="3124688" indent="0">
              <a:buNone/>
              <a:defRPr sz="1709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098" y="2278857"/>
            <a:ext cx="2519602" cy="4221863"/>
          </a:xfrm>
        </p:spPr>
        <p:txBody>
          <a:bodyPr/>
          <a:lstStyle>
            <a:lvl1pPr marL="0" indent="0">
              <a:buNone/>
              <a:defRPr sz="1367"/>
            </a:lvl1pPr>
            <a:lvl2pPr marL="390586" indent="0">
              <a:buNone/>
              <a:defRPr sz="1196"/>
            </a:lvl2pPr>
            <a:lvl3pPr marL="781172" indent="0">
              <a:buNone/>
              <a:defRPr sz="1025"/>
            </a:lvl3pPr>
            <a:lvl4pPr marL="1171758" indent="0">
              <a:buNone/>
              <a:defRPr sz="854"/>
            </a:lvl4pPr>
            <a:lvl5pPr marL="1562344" indent="0">
              <a:buNone/>
              <a:defRPr sz="854"/>
            </a:lvl5pPr>
            <a:lvl6pPr marL="1952930" indent="0">
              <a:buNone/>
              <a:defRPr sz="854"/>
            </a:lvl6pPr>
            <a:lvl7pPr marL="2343516" indent="0">
              <a:buNone/>
              <a:defRPr sz="854"/>
            </a:lvl7pPr>
            <a:lvl8pPr marL="2734102" indent="0">
              <a:buNone/>
              <a:defRPr sz="854"/>
            </a:lvl8pPr>
            <a:lvl9pPr marL="3124688" indent="0">
              <a:buNone/>
              <a:defRPr sz="85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80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280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90526" y="404427"/>
            <a:ext cx="1684481" cy="643741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7082" y="404427"/>
            <a:ext cx="4955793" cy="643741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52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7081" y="404428"/>
            <a:ext cx="6737926" cy="1468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081" y="2022133"/>
            <a:ext cx="6737926" cy="4819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7081" y="7040542"/>
            <a:ext cx="1757720" cy="404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88342-571A-6841-AC1D-E620118845A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7754" y="7040542"/>
            <a:ext cx="2636580" cy="404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17287" y="7040542"/>
            <a:ext cx="1757720" cy="404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54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81172" rtl="0" eaLnBrk="1" latinLnBrk="0" hangingPunct="1">
        <a:lnSpc>
          <a:spcPct val="90000"/>
        </a:lnSpc>
        <a:spcBef>
          <a:spcPct val="0"/>
        </a:spcBef>
        <a:buNone/>
        <a:defRPr sz="37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293" indent="-195293" algn="l" defTabSz="781172" rtl="0" eaLnBrk="1" latinLnBrk="0" hangingPunct="1">
        <a:lnSpc>
          <a:spcPct val="90000"/>
        </a:lnSpc>
        <a:spcBef>
          <a:spcPts val="854"/>
        </a:spcBef>
        <a:buFont typeface="Arial" panose="020B0604020202020204" pitchFamily="34" charset="0"/>
        <a:buChar char="•"/>
        <a:defRPr sz="2392" kern="1200">
          <a:solidFill>
            <a:schemeClr val="tx1"/>
          </a:solidFill>
          <a:latin typeface="+mn-lt"/>
          <a:ea typeface="+mn-ea"/>
          <a:cs typeface="+mn-cs"/>
        </a:defRPr>
      </a:lvl1pPr>
      <a:lvl2pPr marL="585879" indent="-195293" algn="l" defTabSz="781172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2050" kern="1200">
          <a:solidFill>
            <a:schemeClr val="tx1"/>
          </a:solidFill>
          <a:latin typeface="+mn-lt"/>
          <a:ea typeface="+mn-ea"/>
          <a:cs typeface="+mn-cs"/>
        </a:defRPr>
      </a:lvl2pPr>
      <a:lvl3pPr marL="976465" indent="-195293" algn="l" defTabSz="781172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709" kern="1200">
          <a:solidFill>
            <a:schemeClr val="tx1"/>
          </a:solidFill>
          <a:latin typeface="+mn-lt"/>
          <a:ea typeface="+mn-ea"/>
          <a:cs typeface="+mn-cs"/>
        </a:defRPr>
      </a:lvl3pPr>
      <a:lvl4pPr marL="1367051" indent="-195293" algn="l" defTabSz="781172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8" kern="1200">
          <a:solidFill>
            <a:schemeClr val="tx1"/>
          </a:solidFill>
          <a:latin typeface="+mn-lt"/>
          <a:ea typeface="+mn-ea"/>
          <a:cs typeface="+mn-cs"/>
        </a:defRPr>
      </a:lvl4pPr>
      <a:lvl5pPr marL="1757637" indent="-195293" algn="l" defTabSz="781172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8" kern="1200">
          <a:solidFill>
            <a:schemeClr val="tx1"/>
          </a:solidFill>
          <a:latin typeface="+mn-lt"/>
          <a:ea typeface="+mn-ea"/>
          <a:cs typeface="+mn-cs"/>
        </a:defRPr>
      </a:lvl5pPr>
      <a:lvl6pPr marL="2148223" indent="-195293" algn="l" defTabSz="781172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8" kern="1200">
          <a:solidFill>
            <a:schemeClr val="tx1"/>
          </a:solidFill>
          <a:latin typeface="+mn-lt"/>
          <a:ea typeface="+mn-ea"/>
          <a:cs typeface="+mn-cs"/>
        </a:defRPr>
      </a:lvl6pPr>
      <a:lvl7pPr marL="2538809" indent="-195293" algn="l" defTabSz="781172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8" kern="1200">
          <a:solidFill>
            <a:schemeClr val="tx1"/>
          </a:solidFill>
          <a:latin typeface="+mn-lt"/>
          <a:ea typeface="+mn-ea"/>
          <a:cs typeface="+mn-cs"/>
        </a:defRPr>
      </a:lvl7pPr>
      <a:lvl8pPr marL="2929395" indent="-195293" algn="l" defTabSz="781172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8" kern="1200">
          <a:solidFill>
            <a:schemeClr val="tx1"/>
          </a:solidFill>
          <a:latin typeface="+mn-lt"/>
          <a:ea typeface="+mn-ea"/>
          <a:cs typeface="+mn-cs"/>
        </a:defRPr>
      </a:lvl8pPr>
      <a:lvl9pPr marL="3319981" indent="-195293" algn="l" defTabSz="781172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172" rtl="0" eaLnBrk="1" latinLnBrk="0" hangingPunct="1">
        <a:defRPr sz="1538" kern="1200">
          <a:solidFill>
            <a:schemeClr val="tx1"/>
          </a:solidFill>
          <a:latin typeface="+mn-lt"/>
          <a:ea typeface="+mn-ea"/>
          <a:cs typeface="+mn-cs"/>
        </a:defRPr>
      </a:lvl1pPr>
      <a:lvl2pPr marL="390586" algn="l" defTabSz="781172" rtl="0" eaLnBrk="1" latinLnBrk="0" hangingPunct="1">
        <a:defRPr sz="1538" kern="1200">
          <a:solidFill>
            <a:schemeClr val="tx1"/>
          </a:solidFill>
          <a:latin typeface="+mn-lt"/>
          <a:ea typeface="+mn-ea"/>
          <a:cs typeface="+mn-cs"/>
        </a:defRPr>
      </a:lvl2pPr>
      <a:lvl3pPr marL="781172" algn="l" defTabSz="781172" rtl="0" eaLnBrk="1" latinLnBrk="0" hangingPunct="1">
        <a:defRPr sz="1538" kern="1200">
          <a:solidFill>
            <a:schemeClr val="tx1"/>
          </a:solidFill>
          <a:latin typeface="+mn-lt"/>
          <a:ea typeface="+mn-ea"/>
          <a:cs typeface="+mn-cs"/>
        </a:defRPr>
      </a:lvl3pPr>
      <a:lvl4pPr marL="1171758" algn="l" defTabSz="781172" rtl="0" eaLnBrk="1" latinLnBrk="0" hangingPunct="1">
        <a:defRPr sz="1538" kern="1200">
          <a:solidFill>
            <a:schemeClr val="tx1"/>
          </a:solidFill>
          <a:latin typeface="+mn-lt"/>
          <a:ea typeface="+mn-ea"/>
          <a:cs typeface="+mn-cs"/>
        </a:defRPr>
      </a:lvl4pPr>
      <a:lvl5pPr marL="1562344" algn="l" defTabSz="781172" rtl="0" eaLnBrk="1" latinLnBrk="0" hangingPunct="1">
        <a:defRPr sz="1538" kern="1200">
          <a:solidFill>
            <a:schemeClr val="tx1"/>
          </a:solidFill>
          <a:latin typeface="+mn-lt"/>
          <a:ea typeface="+mn-ea"/>
          <a:cs typeface="+mn-cs"/>
        </a:defRPr>
      </a:lvl5pPr>
      <a:lvl6pPr marL="1952930" algn="l" defTabSz="781172" rtl="0" eaLnBrk="1" latinLnBrk="0" hangingPunct="1">
        <a:defRPr sz="1538" kern="1200">
          <a:solidFill>
            <a:schemeClr val="tx1"/>
          </a:solidFill>
          <a:latin typeface="+mn-lt"/>
          <a:ea typeface="+mn-ea"/>
          <a:cs typeface="+mn-cs"/>
        </a:defRPr>
      </a:lvl6pPr>
      <a:lvl7pPr marL="2343516" algn="l" defTabSz="781172" rtl="0" eaLnBrk="1" latinLnBrk="0" hangingPunct="1">
        <a:defRPr sz="1538" kern="1200">
          <a:solidFill>
            <a:schemeClr val="tx1"/>
          </a:solidFill>
          <a:latin typeface="+mn-lt"/>
          <a:ea typeface="+mn-ea"/>
          <a:cs typeface="+mn-cs"/>
        </a:defRPr>
      </a:lvl7pPr>
      <a:lvl8pPr marL="2734102" algn="l" defTabSz="781172" rtl="0" eaLnBrk="1" latinLnBrk="0" hangingPunct="1">
        <a:defRPr sz="1538" kern="1200">
          <a:solidFill>
            <a:schemeClr val="tx1"/>
          </a:solidFill>
          <a:latin typeface="+mn-lt"/>
          <a:ea typeface="+mn-ea"/>
          <a:cs typeface="+mn-cs"/>
        </a:defRPr>
      </a:lvl8pPr>
      <a:lvl9pPr marL="3124688" algn="l" defTabSz="781172" rtl="0" eaLnBrk="1" latinLnBrk="0" hangingPunct="1">
        <a:defRPr sz="15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hteck: abgerundete Ecken 4">
            <a:extLst>
              <a:ext uri="{FF2B5EF4-FFF2-40B4-BE49-F238E27FC236}">
                <a16:creationId xmlns:a16="http://schemas.microsoft.com/office/drawing/2014/main" id="{C31BB160-1AF3-4A84-BAA6-DCEF04709E73}"/>
              </a:ext>
            </a:extLst>
          </p:cNvPr>
          <p:cNvSpPr txBox="1">
            <a:spLocks/>
          </p:cNvSpPr>
          <p:nvPr/>
        </p:nvSpPr>
        <p:spPr>
          <a:xfrm>
            <a:off x="2419116" y="4163355"/>
            <a:ext cx="1027740" cy="36896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/>
              <a:t>Deontology (#11 Items)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hteck: abgerundete Ecken 4">
            <a:extLst>
              <a:ext uri="{FF2B5EF4-FFF2-40B4-BE49-F238E27FC236}">
                <a16:creationId xmlns:a16="http://schemas.microsoft.com/office/drawing/2014/main" id="{B4943600-335C-49C1-9A27-F91DE1BE9008}"/>
              </a:ext>
            </a:extLst>
          </p:cNvPr>
          <p:cNvSpPr txBox="1">
            <a:spLocks/>
          </p:cNvSpPr>
          <p:nvPr/>
        </p:nvSpPr>
        <p:spPr>
          <a:xfrm>
            <a:off x="2912838" y="1119945"/>
            <a:ext cx="2297563" cy="377579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/>
              <a:t>Web Probing Study</a:t>
            </a: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95E583EB-3E8C-4AE2-B238-5C6B04762AB4}"/>
              </a:ext>
            </a:extLst>
          </p:cNvPr>
          <p:cNvSpPr/>
          <p:nvPr/>
        </p:nvSpPr>
        <p:spPr>
          <a:xfrm>
            <a:off x="3618787" y="3245135"/>
            <a:ext cx="997527" cy="8541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ESTA</a:t>
            </a:r>
          </a:p>
        </p:txBody>
      </p:sp>
      <p:sp>
        <p:nvSpPr>
          <p:cNvPr id="27" name="Rechteck: abgerundete Ecken 4">
            <a:extLst>
              <a:ext uri="{FF2B5EF4-FFF2-40B4-BE49-F238E27FC236}">
                <a16:creationId xmlns:a16="http://schemas.microsoft.com/office/drawing/2014/main" id="{4184F916-92D9-4E5E-83B7-3FE90002AB1A}"/>
              </a:ext>
            </a:extLst>
          </p:cNvPr>
          <p:cNvSpPr txBox="1">
            <a:spLocks/>
          </p:cNvSpPr>
          <p:nvPr/>
        </p:nvSpPr>
        <p:spPr>
          <a:xfrm>
            <a:off x="3618787" y="4160672"/>
            <a:ext cx="1027740" cy="36896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/>
              <a:t>Utilitarianism (#10 Items)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hteck: abgerundete Ecken 4">
            <a:extLst>
              <a:ext uri="{FF2B5EF4-FFF2-40B4-BE49-F238E27FC236}">
                <a16:creationId xmlns:a16="http://schemas.microsoft.com/office/drawing/2014/main" id="{31BBCE0D-E3B0-49F0-AE0A-461956DD6A1C}"/>
              </a:ext>
            </a:extLst>
          </p:cNvPr>
          <p:cNvSpPr txBox="1">
            <a:spLocks/>
          </p:cNvSpPr>
          <p:nvPr/>
        </p:nvSpPr>
        <p:spPr>
          <a:xfrm>
            <a:off x="4818458" y="4160672"/>
            <a:ext cx="1027740" cy="36896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/>
              <a:t>Hedonism     (#9 Items)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hteck: abgerundete Ecken 4">
            <a:extLst>
              <a:ext uri="{FF2B5EF4-FFF2-40B4-BE49-F238E27FC236}">
                <a16:creationId xmlns:a16="http://schemas.microsoft.com/office/drawing/2014/main" id="{03D5F66B-DB6C-4D80-A0D3-B19CD48BB915}"/>
              </a:ext>
            </a:extLst>
          </p:cNvPr>
          <p:cNvSpPr txBox="1">
            <a:spLocks/>
          </p:cNvSpPr>
          <p:nvPr/>
        </p:nvSpPr>
        <p:spPr>
          <a:xfrm>
            <a:off x="4818458" y="4590986"/>
            <a:ext cx="1027740" cy="36896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/>
              <a:t>Relativism     (#5 Items)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hteck: abgerundete Ecken 4">
            <a:extLst>
              <a:ext uri="{FF2B5EF4-FFF2-40B4-BE49-F238E27FC236}">
                <a16:creationId xmlns:a16="http://schemas.microsoft.com/office/drawing/2014/main" id="{E48DDAB9-A0FC-4214-A5C8-A79B1367A5D6}"/>
              </a:ext>
            </a:extLst>
          </p:cNvPr>
          <p:cNvSpPr txBox="1">
            <a:spLocks/>
          </p:cNvSpPr>
          <p:nvPr/>
        </p:nvSpPr>
        <p:spPr>
          <a:xfrm>
            <a:off x="2419116" y="4581454"/>
            <a:ext cx="1027740" cy="36896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/>
              <a:t>Virtue Ethics (#9 Items)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hteck: abgerundete Ecken 4">
            <a:extLst>
              <a:ext uri="{FF2B5EF4-FFF2-40B4-BE49-F238E27FC236}">
                <a16:creationId xmlns:a16="http://schemas.microsoft.com/office/drawing/2014/main" id="{E10CE12B-0387-454A-8DAA-1C83CD06DB26}"/>
              </a:ext>
            </a:extLst>
          </p:cNvPr>
          <p:cNvSpPr txBox="1">
            <a:spLocks/>
          </p:cNvSpPr>
          <p:nvPr/>
        </p:nvSpPr>
        <p:spPr>
          <a:xfrm>
            <a:off x="3618787" y="4590986"/>
            <a:ext cx="1027740" cy="36896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 err="1"/>
              <a:t>Contractualism</a:t>
            </a:r>
            <a:r>
              <a:rPr lang="en-US" sz="1050" b="1" dirty="0"/>
              <a:t> (#7 Items)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hteck: abgerundete Ecken 4">
            <a:extLst>
              <a:ext uri="{FF2B5EF4-FFF2-40B4-BE49-F238E27FC236}">
                <a16:creationId xmlns:a16="http://schemas.microsoft.com/office/drawing/2014/main" id="{478C6708-742D-4CE4-8802-6EC9A5159F01}"/>
              </a:ext>
            </a:extLst>
          </p:cNvPr>
          <p:cNvSpPr txBox="1">
            <a:spLocks/>
          </p:cNvSpPr>
          <p:nvPr/>
        </p:nvSpPr>
        <p:spPr>
          <a:xfrm>
            <a:off x="2419115" y="6560207"/>
            <a:ext cx="1027740" cy="36896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/>
              <a:t>Deontology (#11 Items)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B4B7AE0D-F768-4008-B843-EF71E06A80C4}"/>
              </a:ext>
            </a:extLst>
          </p:cNvPr>
          <p:cNvSpPr/>
          <p:nvPr/>
        </p:nvSpPr>
        <p:spPr>
          <a:xfrm>
            <a:off x="3618786" y="5641987"/>
            <a:ext cx="997527" cy="8541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ESTA</a:t>
            </a:r>
          </a:p>
        </p:txBody>
      </p:sp>
      <p:sp>
        <p:nvSpPr>
          <p:cNvPr id="39" name="Rechteck: abgerundete Ecken 4">
            <a:extLst>
              <a:ext uri="{FF2B5EF4-FFF2-40B4-BE49-F238E27FC236}">
                <a16:creationId xmlns:a16="http://schemas.microsoft.com/office/drawing/2014/main" id="{BE22C8FB-4480-47C8-BF92-9FB420A591A4}"/>
              </a:ext>
            </a:extLst>
          </p:cNvPr>
          <p:cNvSpPr txBox="1">
            <a:spLocks/>
          </p:cNvSpPr>
          <p:nvPr/>
        </p:nvSpPr>
        <p:spPr>
          <a:xfrm>
            <a:off x="3618786" y="6557524"/>
            <a:ext cx="1027740" cy="36896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/>
              <a:t>Utilitarianism (#10 Items)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hteck: abgerundete Ecken 4">
            <a:extLst>
              <a:ext uri="{FF2B5EF4-FFF2-40B4-BE49-F238E27FC236}">
                <a16:creationId xmlns:a16="http://schemas.microsoft.com/office/drawing/2014/main" id="{71A411C8-013D-46D4-83F8-980353DC17ED}"/>
              </a:ext>
            </a:extLst>
          </p:cNvPr>
          <p:cNvSpPr txBox="1">
            <a:spLocks/>
          </p:cNvSpPr>
          <p:nvPr/>
        </p:nvSpPr>
        <p:spPr>
          <a:xfrm>
            <a:off x="4818457" y="6557524"/>
            <a:ext cx="1027740" cy="36896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/>
              <a:t>Hedonism     (#9 Items)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hteck: abgerundete Ecken 4">
            <a:extLst>
              <a:ext uri="{FF2B5EF4-FFF2-40B4-BE49-F238E27FC236}">
                <a16:creationId xmlns:a16="http://schemas.microsoft.com/office/drawing/2014/main" id="{67BB17EA-73FF-449C-9EFF-1B81E16888BF}"/>
              </a:ext>
            </a:extLst>
          </p:cNvPr>
          <p:cNvSpPr txBox="1">
            <a:spLocks/>
          </p:cNvSpPr>
          <p:nvPr/>
        </p:nvSpPr>
        <p:spPr>
          <a:xfrm>
            <a:off x="4818457" y="6987838"/>
            <a:ext cx="1027740" cy="36896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/>
              <a:t>Relativism     (#5 Items)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hteck: abgerundete Ecken 4">
            <a:extLst>
              <a:ext uri="{FF2B5EF4-FFF2-40B4-BE49-F238E27FC236}">
                <a16:creationId xmlns:a16="http://schemas.microsoft.com/office/drawing/2014/main" id="{0915DBE1-107B-4431-ADBC-EBBC2DAD88E1}"/>
              </a:ext>
            </a:extLst>
          </p:cNvPr>
          <p:cNvSpPr txBox="1">
            <a:spLocks/>
          </p:cNvSpPr>
          <p:nvPr/>
        </p:nvSpPr>
        <p:spPr>
          <a:xfrm>
            <a:off x="2419115" y="6978306"/>
            <a:ext cx="1027740" cy="36896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/>
              <a:t>Virtue Ethics (#9 Items)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hteck: abgerundete Ecken 4">
            <a:extLst>
              <a:ext uri="{FF2B5EF4-FFF2-40B4-BE49-F238E27FC236}">
                <a16:creationId xmlns:a16="http://schemas.microsoft.com/office/drawing/2014/main" id="{B0547928-7375-4DBC-9658-40E3C3F6188A}"/>
              </a:ext>
            </a:extLst>
          </p:cNvPr>
          <p:cNvSpPr txBox="1">
            <a:spLocks/>
          </p:cNvSpPr>
          <p:nvPr/>
        </p:nvSpPr>
        <p:spPr>
          <a:xfrm>
            <a:off x="3618786" y="6987838"/>
            <a:ext cx="1027740" cy="36896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 err="1"/>
              <a:t>Contractualism</a:t>
            </a:r>
            <a:r>
              <a:rPr lang="en-US" sz="1050" b="1" dirty="0"/>
              <a:t> (#7 Items)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hteck: abgerundete Ecken 4">
            <a:extLst>
              <a:ext uri="{FF2B5EF4-FFF2-40B4-BE49-F238E27FC236}">
                <a16:creationId xmlns:a16="http://schemas.microsoft.com/office/drawing/2014/main" id="{05A2FE25-F009-4D67-AA44-53B0FEB7E0AF}"/>
              </a:ext>
            </a:extLst>
          </p:cNvPr>
          <p:cNvSpPr txBox="1">
            <a:spLocks/>
          </p:cNvSpPr>
          <p:nvPr/>
        </p:nvSpPr>
        <p:spPr>
          <a:xfrm>
            <a:off x="3685001" y="2051946"/>
            <a:ext cx="1027740" cy="36896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 err="1"/>
              <a:t>Contractualism</a:t>
            </a:r>
            <a:r>
              <a:rPr lang="en-US" sz="1050" b="1" dirty="0"/>
              <a:t> (tested 5 Items)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hteck: abgerundete Ecken 4">
            <a:extLst>
              <a:ext uri="{FF2B5EF4-FFF2-40B4-BE49-F238E27FC236}">
                <a16:creationId xmlns:a16="http://schemas.microsoft.com/office/drawing/2014/main" id="{8BE5BE81-22D1-4A16-BED1-D6A2AE24B441}"/>
              </a:ext>
            </a:extLst>
          </p:cNvPr>
          <p:cNvSpPr txBox="1">
            <a:spLocks/>
          </p:cNvSpPr>
          <p:nvPr/>
        </p:nvSpPr>
        <p:spPr>
          <a:xfrm>
            <a:off x="2551544" y="1598737"/>
            <a:ext cx="1027740" cy="36896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/>
              <a:t>Deontology  (tested 8 Items)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hteck: abgerundete Ecken 4">
            <a:extLst>
              <a:ext uri="{FF2B5EF4-FFF2-40B4-BE49-F238E27FC236}">
                <a16:creationId xmlns:a16="http://schemas.microsoft.com/office/drawing/2014/main" id="{876092FB-679B-4387-971F-DCFBEFFCB6FD}"/>
              </a:ext>
            </a:extLst>
          </p:cNvPr>
          <p:cNvSpPr txBox="1">
            <a:spLocks/>
          </p:cNvSpPr>
          <p:nvPr/>
        </p:nvSpPr>
        <p:spPr>
          <a:xfrm>
            <a:off x="4818458" y="1598737"/>
            <a:ext cx="1027740" cy="36896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/>
              <a:t>Hedonism (tested 5 Items)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Rechteck: abgerundete Ecken 4">
            <a:extLst>
              <a:ext uri="{FF2B5EF4-FFF2-40B4-BE49-F238E27FC236}">
                <a16:creationId xmlns:a16="http://schemas.microsoft.com/office/drawing/2014/main" id="{2E94831B-E115-415D-A01C-3E5F40218EA5}"/>
              </a:ext>
            </a:extLst>
          </p:cNvPr>
          <p:cNvSpPr txBox="1">
            <a:spLocks/>
          </p:cNvSpPr>
          <p:nvPr/>
        </p:nvSpPr>
        <p:spPr>
          <a:xfrm>
            <a:off x="3685001" y="1598737"/>
            <a:ext cx="1027740" cy="36896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/>
              <a:t>Utilitarianism (tested 1 Item)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Rechteck: abgerundete Ecken 4">
            <a:extLst>
              <a:ext uri="{FF2B5EF4-FFF2-40B4-BE49-F238E27FC236}">
                <a16:creationId xmlns:a16="http://schemas.microsoft.com/office/drawing/2014/main" id="{491C123E-D775-4A44-9DF2-B35B176F5E32}"/>
              </a:ext>
            </a:extLst>
          </p:cNvPr>
          <p:cNvSpPr txBox="1">
            <a:spLocks/>
          </p:cNvSpPr>
          <p:nvPr/>
        </p:nvSpPr>
        <p:spPr>
          <a:xfrm>
            <a:off x="2551544" y="2036111"/>
            <a:ext cx="1027740" cy="36896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/>
              <a:t>Virtue Ethics (tested 2 Items)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 descr="https://lh7-rt.googleusercontent.com/docsz/AD_4nXc-P6rj45bUQF1KsS_4_SzLLv9rkmIWYPxCBLa0sPaWc3RD4kMSpLbdnatSlKxsCdbDwb9X_MlO2euyPEcaFMBYws-3ohvlFOagLhpgbL07JrI86SlFvN0JcCDgQiYUZDqMyAh2?key=TGRbaZETJgbOzoLcYTZOYg">
            <a:extLst>
              <a:ext uri="{FF2B5EF4-FFF2-40B4-BE49-F238E27FC236}">
                <a16:creationId xmlns:a16="http://schemas.microsoft.com/office/drawing/2014/main" id="{6A29E0BB-3AEE-43D5-B76A-624F2F1D7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011" y="2051946"/>
            <a:ext cx="933450" cy="92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lh7-rt.googleusercontent.com/docsz/AD_4nXfaGntQBPyMaDVTmJo27EyfUb9ZjwZDgKmfIZR2VIBTXE3m4Ndu4Og88tLogJ9G-LSli_-Xo9HWALAs0EbLUORLR57zetsbFP55OHAuimTFFSue5MSLntKfLFdgF0j4wQpnHxZIDQ?key=TGRbaZETJgbOzoLcYTZOYg">
            <a:extLst>
              <a:ext uri="{FF2B5EF4-FFF2-40B4-BE49-F238E27FC236}">
                <a16:creationId xmlns:a16="http://schemas.microsoft.com/office/drawing/2014/main" id="{A61EC230-889B-42D2-B5E4-52FFBD883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397" y="3439949"/>
            <a:ext cx="885825" cy="92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s://lh7-rt.googleusercontent.com/docsz/AD_4nXdOvma2JowUiwOC-hQL7HOWQsmfAtnOy1Nu-lt0udnNvkAw36wovCJpIl_eoMK3-fgAa_WAv5w79LQZx5Gid4pz0806bLzdeNN9pXWGkiTLTQ8OXmT-2TtVOO8NYzZFXCdAoFB-ow?key=TGRbaZETJgbOzoLcYTZOYg">
            <a:extLst>
              <a:ext uri="{FF2B5EF4-FFF2-40B4-BE49-F238E27FC236}">
                <a16:creationId xmlns:a16="http://schemas.microsoft.com/office/drawing/2014/main" id="{02442980-36DC-4B64-B5B6-997FC3FBE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609" y="5135633"/>
            <a:ext cx="866775" cy="93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lh7-rt.googleusercontent.com/docsz/AD_4nXdgWcYe0SS79uvfotTAOIdwE8XoNcE-2lJ7LFclGyqP9XQpLXftioStPONPFA5cCeTFzCFvrbqo7cj5vhbFYDw-r7LtSF51Qyt74aoc7cLFvG87PrvazTFcV4C3N_XR5N-qujDUEQ?key=TGRbaZETJgbOzoLcYTZOYg">
            <a:extLst>
              <a:ext uri="{FF2B5EF4-FFF2-40B4-BE49-F238E27FC236}">
                <a16:creationId xmlns:a16="http://schemas.microsoft.com/office/drawing/2014/main" id="{61830720-454E-433A-BFCF-A00A005C5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14" y="6313748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Rechteck: abgerundete Ecken 4">
            <a:extLst>
              <a:ext uri="{FF2B5EF4-FFF2-40B4-BE49-F238E27FC236}">
                <a16:creationId xmlns:a16="http://schemas.microsoft.com/office/drawing/2014/main" id="{7C3F3477-873D-4CD7-B997-E75FE272B9AA}"/>
              </a:ext>
            </a:extLst>
          </p:cNvPr>
          <p:cNvSpPr txBox="1">
            <a:spLocks/>
          </p:cNvSpPr>
          <p:nvPr/>
        </p:nvSpPr>
        <p:spPr>
          <a:xfrm>
            <a:off x="2916073" y="170180"/>
            <a:ext cx="2297563" cy="377579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/>
              <a:t>Pretest Scenario Tests Study</a:t>
            </a: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echteck: abgerundete Ecken 4">
            <a:extLst>
              <a:ext uri="{FF2B5EF4-FFF2-40B4-BE49-F238E27FC236}">
                <a16:creationId xmlns:a16="http://schemas.microsoft.com/office/drawing/2014/main" id="{67EFD182-7517-47F3-A8C2-2C7FDFAB3E46}"/>
              </a:ext>
            </a:extLst>
          </p:cNvPr>
          <p:cNvSpPr txBox="1">
            <a:spLocks/>
          </p:cNvSpPr>
          <p:nvPr/>
        </p:nvSpPr>
        <p:spPr>
          <a:xfrm>
            <a:off x="2984313" y="2744647"/>
            <a:ext cx="2297563" cy="377579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/>
              <a:t>Test for Dimensionality Study</a:t>
            </a: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Rechteck: abgerundete Ecken 4">
            <a:extLst>
              <a:ext uri="{FF2B5EF4-FFF2-40B4-BE49-F238E27FC236}">
                <a16:creationId xmlns:a16="http://schemas.microsoft.com/office/drawing/2014/main" id="{C54C38A5-4E26-42FF-A2BD-198C4025F1E6}"/>
              </a:ext>
            </a:extLst>
          </p:cNvPr>
          <p:cNvSpPr txBox="1">
            <a:spLocks/>
          </p:cNvSpPr>
          <p:nvPr/>
        </p:nvSpPr>
        <p:spPr>
          <a:xfrm>
            <a:off x="2948838" y="5126403"/>
            <a:ext cx="2297563" cy="377579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/>
              <a:t>Test for Construct Validity Study</a:t>
            </a: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59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112</Words>
  <Application>Microsoft Office PowerPoint</Application>
  <PresentationFormat>Benutzerdefiniert</PresentationFormat>
  <Paragraphs>24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Jessica Helm</dc:creator>
  <cp:lastModifiedBy>Julius Fenn</cp:lastModifiedBy>
  <cp:revision>144</cp:revision>
  <dcterms:created xsi:type="dcterms:W3CDTF">2022-11-11T07:25:43Z</dcterms:created>
  <dcterms:modified xsi:type="dcterms:W3CDTF">2025-07-30T13:13:39Z</dcterms:modified>
</cp:coreProperties>
</file>