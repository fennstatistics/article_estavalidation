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88" r:id="rId2"/>
  </p:sldIdLst>
  <p:sldSz cx="11015663" cy="3978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Fenn" initials="JF" lastIdx="8" clrIdx="0">
    <p:extLst>
      <p:ext uri="{19B8F6BF-5375-455C-9EA6-DF929625EA0E}">
        <p15:presenceInfo xmlns:p15="http://schemas.microsoft.com/office/powerpoint/2012/main" userId="4969b09ad1230f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6197"/>
  </p:normalViewPr>
  <p:slideViewPr>
    <p:cSldViewPr snapToGrid="0">
      <p:cViewPr>
        <p:scale>
          <a:sx n="66" d="100"/>
          <a:sy n="66" d="100"/>
        </p:scale>
        <p:origin x="1860" y="20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10B95-DE72-CA42-8E03-6337D8532236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842963" y="1143000"/>
            <a:ext cx="85439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8975E-8E9A-1446-8739-76B5A1BBE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52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842963" y="1143000"/>
            <a:ext cx="8543926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08F78-4A22-0044-A158-87078105912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870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958" y="651074"/>
            <a:ext cx="8261747" cy="1385029"/>
          </a:xfrm>
        </p:spPr>
        <p:txBody>
          <a:bodyPr anchor="b"/>
          <a:lstStyle>
            <a:lvl1pPr algn="ctr">
              <a:defRPr sz="348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6958" y="2089516"/>
            <a:ext cx="8261747" cy="960495"/>
          </a:xfrm>
        </p:spPr>
        <p:txBody>
          <a:bodyPr/>
          <a:lstStyle>
            <a:lvl1pPr marL="0" indent="0" algn="ctr">
              <a:buNone/>
              <a:defRPr sz="1392"/>
            </a:lvl1pPr>
            <a:lvl2pPr marL="265222" indent="0" algn="ctr">
              <a:buNone/>
              <a:defRPr sz="1160"/>
            </a:lvl2pPr>
            <a:lvl3pPr marL="530443" indent="0" algn="ctr">
              <a:buNone/>
              <a:defRPr sz="1044"/>
            </a:lvl3pPr>
            <a:lvl4pPr marL="795665" indent="0" algn="ctr">
              <a:buNone/>
              <a:defRPr sz="928"/>
            </a:lvl4pPr>
            <a:lvl5pPr marL="1060887" indent="0" algn="ctr">
              <a:buNone/>
              <a:defRPr sz="928"/>
            </a:lvl5pPr>
            <a:lvl6pPr marL="1326109" indent="0" algn="ctr">
              <a:buNone/>
              <a:defRPr sz="928"/>
            </a:lvl6pPr>
            <a:lvl7pPr marL="1591330" indent="0" algn="ctr">
              <a:buNone/>
              <a:defRPr sz="928"/>
            </a:lvl7pPr>
            <a:lvl8pPr marL="1856552" indent="0" algn="ctr">
              <a:buNone/>
              <a:defRPr sz="928"/>
            </a:lvl8pPr>
            <a:lvl9pPr marL="2121774" indent="0" algn="ctr">
              <a:buNone/>
              <a:defRPr sz="92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8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5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590" y="991806"/>
            <a:ext cx="9501009" cy="1654852"/>
          </a:xfrm>
        </p:spPr>
        <p:txBody>
          <a:bodyPr anchor="b"/>
          <a:lstStyle>
            <a:lvl1pPr>
              <a:defRPr sz="348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1590" y="2662314"/>
            <a:ext cx="9501009" cy="870247"/>
          </a:xfrm>
        </p:spPr>
        <p:txBody>
          <a:bodyPr/>
          <a:lstStyle>
            <a:lvl1pPr marL="0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1pPr>
            <a:lvl2pPr marL="265222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2pPr>
            <a:lvl3pPr marL="530443" indent="0">
              <a:buNone/>
              <a:defRPr sz="1044">
                <a:solidFill>
                  <a:schemeClr val="tx1">
                    <a:tint val="75000"/>
                  </a:schemeClr>
                </a:solidFill>
              </a:defRPr>
            </a:lvl3pPr>
            <a:lvl4pPr marL="795665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4pPr>
            <a:lvl5pPr marL="1060887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5pPr>
            <a:lvl6pPr marL="1326109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6pPr>
            <a:lvl7pPr marL="1591330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7pPr>
            <a:lvl8pPr marL="1856552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8pPr>
            <a:lvl9pPr marL="2121774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0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7327" y="1059032"/>
            <a:ext cx="4681657" cy="2524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6679" y="1059032"/>
            <a:ext cx="4681657" cy="25241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1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762" y="211807"/>
            <a:ext cx="9501009" cy="7689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762" y="975230"/>
            <a:ext cx="4660141" cy="477945"/>
          </a:xfrm>
        </p:spPr>
        <p:txBody>
          <a:bodyPr anchor="b"/>
          <a:lstStyle>
            <a:lvl1pPr marL="0" indent="0">
              <a:buNone/>
              <a:defRPr sz="1392" b="1"/>
            </a:lvl1pPr>
            <a:lvl2pPr marL="265222" indent="0">
              <a:buNone/>
              <a:defRPr sz="1160" b="1"/>
            </a:lvl2pPr>
            <a:lvl3pPr marL="530443" indent="0">
              <a:buNone/>
              <a:defRPr sz="1044" b="1"/>
            </a:lvl3pPr>
            <a:lvl4pPr marL="795665" indent="0">
              <a:buNone/>
              <a:defRPr sz="928" b="1"/>
            </a:lvl4pPr>
            <a:lvl5pPr marL="1060887" indent="0">
              <a:buNone/>
              <a:defRPr sz="928" b="1"/>
            </a:lvl5pPr>
            <a:lvl6pPr marL="1326109" indent="0">
              <a:buNone/>
              <a:defRPr sz="928" b="1"/>
            </a:lvl6pPr>
            <a:lvl7pPr marL="1591330" indent="0">
              <a:buNone/>
              <a:defRPr sz="928" b="1"/>
            </a:lvl7pPr>
            <a:lvl8pPr marL="1856552" indent="0">
              <a:buNone/>
              <a:defRPr sz="928" b="1"/>
            </a:lvl8pPr>
            <a:lvl9pPr marL="2121774" indent="0">
              <a:buNone/>
              <a:defRPr sz="92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762" y="1453176"/>
            <a:ext cx="4660141" cy="21374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6679" y="975230"/>
            <a:ext cx="4683092" cy="477945"/>
          </a:xfrm>
        </p:spPr>
        <p:txBody>
          <a:bodyPr anchor="b"/>
          <a:lstStyle>
            <a:lvl1pPr marL="0" indent="0">
              <a:buNone/>
              <a:defRPr sz="1392" b="1"/>
            </a:lvl1pPr>
            <a:lvl2pPr marL="265222" indent="0">
              <a:buNone/>
              <a:defRPr sz="1160" b="1"/>
            </a:lvl2pPr>
            <a:lvl3pPr marL="530443" indent="0">
              <a:buNone/>
              <a:defRPr sz="1044" b="1"/>
            </a:lvl3pPr>
            <a:lvl4pPr marL="795665" indent="0">
              <a:buNone/>
              <a:defRPr sz="928" b="1"/>
            </a:lvl4pPr>
            <a:lvl5pPr marL="1060887" indent="0">
              <a:buNone/>
              <a:defRPr sz="928" b="1"/>
            </a:lvl5pPr>
            <a:lvl6pPr marL="1326109" indent="0">
              <a:buNone/>
              <a:defRPr sz="928" b="1"/>
            </a:lvl6pPr>
            <a:lvl7pPr marL="1591330" indent="0">
              <a:buNone/>
              <a:defRPr sz="928" b="1"/>
            </a:lvl7pPr>
            <a:lvl8pPr marL="1856552" indent="0">
              <a:buNone/>
              <a:defRPr sz="928" b="1"/>
            </a:lvl8pPr>
            <a:lvl9pPr marL="2121774" indent="0">
              <a:buNone/>
              <a:defRPr sz="92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6679" y="1453176"/>
            <a:ext cx="4683092" cy="21374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9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19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1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762" y="265218"/>
            <a:ext cx="3552838" cy="928264"/>
          </a:xfrm>
        </p:spPr>
        <p:txBody>
          <a:bodyPr anchor="b"/>
          <a:lstStyle>
            <a:lvl1pPr>
              <a:defRPr sz="185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092" y="572798"/>
            <a:ext cx="5576679" cy="2827154"/>
          </a:xfrm>
        </p:spPr>
        <p:txBody>
          <a:bodyPr/>
          <a:lstStyle>
            <a:lvl1pPr>
              <a:defRPr sz="1856"/>
            </a:lvl1pPr>
            <a:lvl2pPr>
              <a:defRPr sz="1624"/>
            </a:lvl2pPr>
            <a:lvl3pPr>
              <a:defRPr sz="1392"/>
            </a:lvl3pPr>
            <a:lvl4pPr>
              <a:defRPr sz="1160"/>
            </a:lvl4pPr>
            <a:lvl5pPr>
              <a:defRPr sz="1160"/>
            </a:lvl5pPr>
            <a:lvl6pPr>
              <a:defRPr sz="1160"/>
            </a:lvl6pPr>
            <a:lvl7pPr>
              <a:defRPr sz="1160"/>
            </a:lvl7pPr>
            <a:lvl8pPr>
              <a:defRPr sz="1160"/>
            </a:lvl8pPr>
            <a:lvl9pPr>
              <a:defRPr sz="11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762" y="1193482"/>
            <a:ext cx="3552838" cy="2211074"/>
          </a:xfrm>
        </p:spPr>
        <p:txBody>
          <a:bodyPr/>
          <a:lstStyle>
            <a:lvl1pPr marL="0" indent="0">
              <a:buNone/>
              <a:defRPr sz="928"/>
            </a:lvl1pPr>
            <a:lvl2pPr marL="265222" indent="0">
              <a:buNone/>
              <a:defRPr sz="812"/>
            </a:lvl2pPr>
            <a:lvl3pPr marL="530443" indent="0">
              <a:buNone/>
              <a:defRPr sz="696"/>
            </a:lvl3pPr>
            <a:lvl4pPr marL="795665" indent="0">
              <a:buNone/>
              <a:defRPr sz="580"/>
            </a:lvl4pPr>
            <a:lvl5pPr marL="1060887" indent="0">
              <a:buNone/>
              <a:defRPr sz="580"/>
            </a:lvl5pPr>
            <a:lvl6pPr marL="1326109" indent="0">
              <a:buNone/>
              <a:defRPr sz="580"/>
            </a:lvl6pPr>
            <a:lvl7pPr marL="1591330" indent="0">
              <a:buNone/>
              <a:defRPr sz="580"/>
            </a:lvl7pPr>
            <a:lvl8pPr marL="1856552" indent="0">
              <a:buNone/>
              <a:defRPr sz="580"/>
            </a:lvl8pPr>
            <a:lvl9pPr marL="2121774" indent="0">
              <a:buNone/>
              <a:defRPr sz="58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2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762" y="265218"/>
            <a:ext cx="3552838" cy="928264"/>
          </a:xfrm>
        </p:spPr>
        <p:txBody>
          <a:bodyPr anchor="b"/>
          <a:lstStyle>
            <a:lvl1pPr>
              <a:defRPr sz="185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83092" y="572798"/>
            <a:ext cx="5576679" cy="2827154"/>
          </a:xfrm>
        </p:spPr>
        <p:txBody>
          <a:bodyPr anchor="t"/>
          <a:lstStyle>
            <a:lvl1pPr marL="0" indent="0">
              <a:buNone/>
              <a:defRPr sz="1856"/>
            </a:lvl1pPr>
            <a:lvl2pPr marL="265222" indent="0">
              <a:buNone/>
              <a:defRPr sz="1624"/>
            </a:lvl2pPr>
            <a:lvl3pPr marL="530443" indent="0">
              <a:buNone/>
              <a:defRPr sz="1392"/>
            </a:lvl3pPr>
            <a:lvl4pPr marL="795665" indent="0">
              <a:buNone/>
              <a:defRPr sz="1160"/>
            </a:lvl4pPr>
            <a:lvl5pPr marL="1060887" indent="0">
              <a:buNone/>
              <a:defRPr sz="1160"/>
            </a:lvl5pPr>
            <a:lvl6pPr marL="1326109" indent="0">
              <a:buNone/>
              <a:defRPr sz="1160"/>
            </a:lvl6pPr>
            <a:lvl7pPr marL="1591330" indent="0">
              <a:buNone/>
              <a:defRPr sz="1160"/>
            </a:lvl7pPr>
            <a:lvl8pPr marL="1856552" indent="0">
              <a:buNone/>
              <a:defRPr sz="1160"/>
            </a:lvl8pPr>
            <a:lvl9pPr marL="2121774" indent="0">
              <a:buNone/>
              <a:defRPr sz="116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762" y="1193482"/>
            <a:ext cx="3552838" cy="2211074"/>
          </a:xfrm>
        </p:spPr>
        <p:txBody>
          <a:bodyPr/>
          <a:lstStyle>
            <a:lvl1pPr marL="0" indent="0">
              <a:buNone/>
              <a:defRPr sz="928"/>
            </a:lvl1pPr>
            <a:lvl2pPr marL="265222" indent="0">
              <a:buNone/>
              <a:defRPr sz="812"/>
            </a:lvl2pPr>
            <a:lvl3pPr marL="530443" indent="0">
              <a:buNone/>
              <a:defRPr sz="696"/>
            </a:lvl3pPr>
            <a:lvl4pPr marL="795665" indent="0">
              <a:buNone/>
              <a:defRPr sz="580"/>
            </a:lvl4pPr>
            <a:lvl5pPr marL="1060887" indent="0">
              <a:buNone/>
              <a:defRPr sz="580"/>
            </a:lvl5pPr>
            <a:lvl6pPr marL="1326109" indent="0">
              <a:buNone/>
              <a:defRPr sz="580"/>
            </a:lvl6pPr>
            <a:lvl7pPr marL="1591330" indent="0">
              <a:buNone/>
              <a:defRPr sz="580"/>
            </a:lvl7pPr>
            <a:lvl8pPr marL="1856552" indent="0">
              <a:buNone/>
              <a:defRPr sz="580"/>
            </a:lvl8pPr>
            <a:lvl9pPr marL="2121774" indent="0">
              <a:buNone/>
              <a:defRPr sz="58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54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83084" y="211806"/>
            <a:ext cx="2375252" cy="337140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7327" y="211806"/>
            <a:ext cx="6988061" cy="337140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1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7327" y="211807"/>
            <a:ext cx="9501009" cy="768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7327" y="1059032"/>
            <a:ext cx="9501009" cy="2524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327" y="3687272"/>
            <a:ext cx="2478524" cy="211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8342-571A-6841-AC1D-E620118845A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48939" y="3687272"/>
            <a:ext cx="3717786" cy="211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9812" y="3687272"/>
            <a:ext cx="2478524" cy="211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3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30443" rtl="0" eaLnBrk="1" latinLnBrk="0" hangingPunct="1">
        <a:lnSpc>
          <a:spcPct val="90000"/>
        </a:lnSpc>
        <a:spcBef>
          <a:spcPct val="0"/>
        </a:spcBef>
        <a:buNone/>
        <a:defRPr sz="25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611" indent="-132611" algn="l" defTabSz="530443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1pPr>
      <a:lvl2pPr marL="397833" indent="-132611" algn="l" defTabSz="530443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2pPr>
      <a:lvl3pPr marL="663054" indent="-132611" algn="l" defTabSz="530443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160" kern="1200">
          <a:solidFill>
            <a:schemeClr val="tx1"/>
          </a:solidFill>
          <a:latin typeface="+mn-lt"/>
          <a:ea typeface="+mn-ea"/>
          <a:cs typeface="+mn-cs"/>
        </a:defRPr>
      </a:lvl3pPr>
      <a:lvl4pPr marL="928276" indent="-132611" algn="l" defTabSz="530443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4pPr>
      <a:lvl5pPr marL="1193498" indent="-132611" algn="l" defTabSz="530443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5pPr>
      <a:lvl6pPr marL="1458719" indent="-132611" algn="l" defTabSz="530443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6pPr>
      <a:lvl7pPr marL="1723941" indent="-132611" algn="l" defTabSz="530443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7pPr>
      <a:lvl8pPr marL="1989163" indent="-132611" algn="l" defTabSz="530443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8pPr>
      <a:lvl9pPr marL="2254385" indent="-132611" algn="l" defTabSz="530443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1pPr>
      <a:lvl2pPr marL="265222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2pPr>
      <a:lvl3pPr marL="530443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3pPr>
      <a:lvl4pPr marL="795665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4pPr>
      <a:lvl5pPr marL="1060887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5pPr>
      <a:lvl6pPr marL="1326109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6pPr>
      <a:lvl7pPr marL="1591330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7pPr>
      <a:lvl8pPr marL="1856552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8pPr>
      <a:lvl9pPr marL="2121774" algn="l" defTabSz="530443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h7-rt.googleusercontent.com/docsz/AD_4nXc5i4sQ7ypC8hxDkW00u_m-OT3DH4S0eaPfZ0kljIZoSes5u_AGG5gFARLWuMzllvh9rMEXOY1rtD_UMBJ0XwIowQVA-QsnNGlZVxUliiPbF4Nl2wlaA9a_6x7Umz9Fdqh0wJKAKA?key=TGRbaZETJgbOzoLcYTZOYg">
            <a:extLst>
              <a:ext uri="{FF2B5EF4-FFF2-40B4-BE49-F238E27FC236}">
                <a16:creationId xmlns:a16="http://schemas.microsoft.com/office/drawing/2014/main" id="{5B3BA327-D1E0-4FB5-AE8D-D5606FC24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874" y="56641"/>
            <a:ext cx="3080789" cy="386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lh7-rt.googleusercontent.com/docsz/AD_4nXeqCGd8gziuS6cWImmQpgR-UUcfCcMYEc4IEHf-NmSMPwAn8Kw-gISzyQE_OTdkr7GDgkwzA-SRAiJn_W5ITFW3i4POLFvFmkLvz-fSK4JYSClOrZvt2su2f-N1YStUy_mpCUBI9A?key=TGRbaZETJgbOzoLcYTZOYg">
            <a:extLst>
              <a:ext uri="{FF2B5EF4-FFF2-40B4-BE49-F238E27FC236}">
                <a16:creationId xmlns:a16="http://schemas.microsoft.com/office/drawing/2014/main" id="{ED4B1732-4882-47B1-A603-3FB8A12E3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971" y="684165"/>
            <a:ext cx="5482689" cy="260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E75C5986-DDFF-45E7-9680-3419BB0F08A8}"/>
              </a:ext>
            </a:extLst>
          </p:cNvPr>
          <p:cNvCxnSpPr>
            <a:cxnSpLocks/>
            <a:stCxn id="1028" idx="3"/>
            <a:endCxn id="1026" idx="1"/>
          </p:cNvCxnSpPr>
          <p:nvPr/>
        </p:nvCxnSpPr>
        <p:spPr>
          <a:xfrm>
            <a:off x="7456660" y="1989136"/>
            <a:ext cx="47821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D10A05A-80E5-463D-A63D-9F3F3EA47CF5}"/>
              </a:ext>
            </a:extLst>
          </p:cNvPr>
          <p:cNvCxnSpPr>
            <a:cxnSpLocks/>
            <a:stCxn id="44" idx="3"/>
            <a:endCxn id="1028" idx="1"/>
          </p:cNvCxnSpPr>
          <p:nvPr/>
        </p:nvCxnSpPr>
        <p:spPr>
          <a:xfrm>
            <a:off x="1495757" y="1989136"/>
            <a:ext cx="47821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: abgerundete Ecken 4">
            <a:extLst>
              <a:ext uri="{FF2B5EF4-FFF2-40B4-BE49-F238E27FC236}">
                <a16:creationId xmlns:a16="http://schemas.microsoft.com/office/drawing/2014/main" id="{A60591F3-5661-411B-8517-2A3F4BBEBDF8}"/>
              </a:ext>
            </a:extLst>
          </p:cNvPr>
          <p:cNvSpPr txBox="1">
            <a:spLocks/>
          </p:cNvSpPr>
          <p:nvPr/>
        </p:nvSpPr>
        <p:spPr>
          <a:xfrm>
            <a:off x="197424" y="1567869"/>
            <a:ext cx="1298333" cy="8425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69842" tIns="34921" rIns="69842" bIns="3492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Ethical Theories</a:t>
            </a:r>
          </a:p>
        </p:txBody>
      </p:sp>
    </p:spTree>
    <p:extLst>
      <p:ext uri="{BB962C8B-B14F-4D97-AF65-F5344CB8AC3E}">
        <p14:creationId xmlns:p14="http://schemas.microsoft.com/office/powerpoint/2010/main" val="81959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</Words>
  <Application>Microsoft Office PowerPoint</Application>
  <PresentationFormat>Benutzerdefiniert</PresentationFormat>
  <Paragraphs>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Helm</dc:creator>
  <cp:lastModifiedBy>Julius Fenn</cp:lastModifiedBy>
  <cp:revision>138</cp:revision>
  <dcterms:created xsi:type="dcterms:W3CDTF">2022-11-11T07:25:43Z</dcterms:created>
  <dcterms:modified xsi:type="dcterms:W3CDTF">2025-07-29T11:33:36Z</dcterms:modified>
</cp:coreProperties>
</file>